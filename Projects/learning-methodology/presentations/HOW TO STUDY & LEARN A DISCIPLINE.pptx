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sldIdLst>
    <p:sldId id="256" r:id="rId5"/>
    <p:sldId id="263" r:id="rId6"/>
    <p:sldId id="259" r:id="rId7"/>
    <p:sldId id="257" r:id="rId8"/>
    <p:sldId id="262" r:id="rId9"/>
    <p:sldId id="261" r:id="rId10"/>
    <p:sldId id="260" r:id="rId11"/>
    <p:sldId id="287" r:id="rId12"/>
    <p:sldId id="288"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EB60C6-B3FE-4F5F-B07E-0E7C0AA5BEAA}" v="7" dt="2023-12-04T13:49:12.9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2" d="100"/>
          <a:sy n="72" d="100"/>
        </p:scale>
        <p:origin x="4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671EBB-7F44-4B43-B68D-95F2CF95A7AC}" type="doc">
      <dgm:prSet loTypeId="urn:microsoft.com/office/officeart/2005/8/layout/default" loCatId="list" qsTypeId="urn:microsoft.com/office/officeart/2005/8/quickstyle/3d2" qsCatId="3D" csTypeId="urn:microsoft.com/office/officeart/2005/8/colors/accent5_2" csCatId="accent5"/>
      <dgm:spPr/>
      <dgm:t>
        <a:bodyPr/>
        <a:lstStyle/>
        <a:p>
          <a:endParaRPr lang="en-US"/>
        </a:p>
      </dgm:t>
    </dgm:pt>
    <dgm:pt modelId="{8A0A0639-A4CD-4F11-8A65-FB2E3D8C4553}">
      <dgm:prSet/>
      <dgm:spPr/>
      <dgm:t>
        <a:bodyPr/>
        <a:lstStyle/>
        <a:p>
          <a:r>
            <a:rPr lang="en-US" b="0" i="0" baseline="0" dirty="0"/>
            <a:t>18 IDEAS FOR BECOMING A MASTER STUDENT </a:t>
          </a:r>
          <a:endParaRPr lang="en-US" dirty="0"/>
        </a:p>
      </dgm:t>
    </dgm:pt>
    <dgm:pt modelId="{E1EA93A3-5F16-4DA4-ACD3-BC4014818AB3}" type="parTrans" cxnId="{5E36292D-CC4E-4A5C-8A60-14CC41F8EB1F}">
      <dgm:prSet/>
      <dgm:spPr/>
      <dgm:t>
        <a:bodyPr/>
        <a:lstStyle/>
        <a:p>
          <a:endParaRPr lang="en-US"/>
        </a:p>
      </dgm:t>
    </dgm:pt>
    <dgm:pt modelId="{64A02E27-4479-41C2-BFB7-13756ED3C14A}" type="sibTrans" cxnId="{5E36292D-CC4E-4A5C-8A60-14CC41F8EB1F}">
      <dgm:prSet/>
      <dgm:spPr/>
      <dgm:t>
        <a:bodyPr/>
        <a:lstStyle/>
        <a:p>
          <a:endParaRPr lang="en-US"/>
        </a:p>
      </dgm:t>
    </dgm:pt>
    <dgm:pt modelId="{00AF3E02-8DBE-4798-92F6-712FAB5FFBE5}">
      <dgm:prSet/>
      <dgm:spPr/>
      <dgm:t>
        <a:bodyPr/>
        <a:lstStyle/>
        <a:p>
          <a:r>
            <a:rPr lang="en-US" b="0" i="0" baseline="0" dirty="0"/>
            <a:t>HOW TO STUDY AND LEARN A DISCIPLINE</a:t>
          </a:r>
          <a:endParaRPr lang="en-US" dirty="0"/>
        </a:p>
      </dgm:t>
    </dgm:pt>
    <dgm:pt modelId="{01B53D6D-822A-4E7D-967D-79B577977009}" type="parTrans" cxnId="{77917542-6C09-4E65-92EF-053142A3CBFF}">
      <dgm:prSet/>
      <dgm:spPr/>
      <dgm:t>
        <a:bodyPr/>
        <a:lstStyle/>
        <a:p>
          <a:endParaRPr lang="en-US"/>
        </a:p>
      </dgm:t>
    </dgm:pt>
    <dgm:pt modelId="{A99405B1-C02A-44AD-95C9-91D164462592}" type="sibTrans" cxnId="{77917542-6C09-4E65-92EF-053142A3CBFF}">
      <dgm:prSet/>
      <dgm:spPr/>
      <dgm:t>
        <a:bodyPr/>
        <a:lstStyle/>
        <a:p>
          <a:endParaRPr lang="en-US"/>
        </a:p>
      </dgm:t>
    </dgm:pt>
    <dgm:pt modelId="{5E6D4EDC-DE9F-4592-A27C-51C5491CBA5D}">
      <dgm:prSet/>
      <dgm:spPr/>
      <dgm:t>
        <a:bodyPr/>
        <a:lstStyle/>
        <a:p>
          <a:r>
            <a:rPr lang="en-US" b="0" i="0" baseline="0" dirty="0"/>
            <a:t>HOW TO LEARN WITH DISCIPLINE</a:t>
          </a:r>
          <a:endParaRPr lang="en-US" dirty="0"/>
        </a:p>
      </dgm:t>
    </dgm:pt>
    <dgm:pt modelId="{3FDDB988-B2A4-4A05-B252-8628D8DB3538}" type="parTrans" cxnId="{989C92B1-30E6-4B52-B924-3131F1C7C365}">
      <dgm:prSet/>
      <dgm:spPr/>
      <dgm:t>
        <a:bodyPr/>
        <a:lstStyle/>
        <a:p>
          <a:endParaRPr lang="en-US"/>
        </a:p>
      </dgm:t>
    </dgm:pt>
    <dgm:pt modelId="{9E0264D8-377E-4748-A025-ABA326D67A1E}" type="sibTrans" cxnId="{989C92B1-30E6-4B52-B924-3131F1C7C365}">
      <dgm:prSet/>
      <dgm:spPr/>
      <dgm:t>
        <a:bodyPr/>
        <a:lstStyle/>
        <a:p>
          <a:endParaRPr lang="en-US"/>
        </a:p>
      </dgm:t>
    </dgm:pt>
    <dgm:pt modelId="{DCED4D91-9CBC-4FFE-B454-0F30E6488682}">
      <dgm:prSet/>
      <dgm:spPr/>
      <dgm:t>
        <a:bodyPr/>
        <a:lstStyle/>
        <a:p>
          <a:r>
            <a:rPr lang="en-US" b="0" i="0" baseline="0" dirty="0"/>
            <a:t>HOW TO IDENTIFY AN UNDERLYING IDEA FOR THE SUBJECT YOU STUDY</a:t>
          </a:r>
          <a:endParaRPr lang="en-US" dirty="0"/>
        </a:p>
      </dgm:t>
    </dgm:pt>
    <dgm:pt modelId="{5CCE0274-6D07-4100-AE41-6970BBCB6513}" type="parTrans" cxnId="{9A774756-FD79-4C0F-AF2B-26A97A7661EA}">
      <dgm:prSet/>
      <dgm:spPr/>
      <dgm:t>
        <a:bodyPr/>
        <a:lstStyle/>
        <a:p>
          <a:endParaRPr lang="en-US"/>
        </a:p>
      </dgm:t>
    </dgm:pt>
    <dgm:pt modelId="{306A9E51-8AFA-4A32-8E51-5E709CF5AD4B}" type="sibTrans" cxnId="{9A774756-FD79-4C0F-AF2B-26A97A7661EA}">
      <dgm:prSet/>
      <dgm:spPr/>
      <dgm:t>
        <a:bodyPr/>
        <a:lstStyle/>
        <a:p>
          <a:endParaRPr lang="en-US"/>
        </a:p>
      </dgm:t>
    </dgm:pt>
    <dgm:pt modelId="{B74CED85-A173-4A9D-A60E-E3D00C387965}">
      <dgm:prSet/>
      <dgm:spPr/>
      <dgm:t>
        <a:bodyPr/>
        <a:lstStyle/>
        <a:p>
          <a:r>
            <a:rPr lang="en-US" b="0" i="0" baseline="0" dirty="0"/>
            <a:t>UNDERSTANDING CONTENT THROUGH THE THINKING IT REQUIRES: A KEY TO DEEP LEARNING</a:t>
          </a:r>
          <a:endParaRPr lang="en-US" dirty="0"/>
        </a:p>
      </dgm:t>
    </dgm:pt>
    <dgm:pt modelId="{A85A9311-00F6-493F-AD59-35EA2E93F520}" type="parTrans" cxnId="{6338A8FA-61D8-46F9-82F5-74B8B1BE92D1}">
      <dgm:prSet/>
      <dgm:spPr/>
      <dgm:t>
        <a:bodyPr/>
        <a:lstStyle/>
        <a:p>
          <a:endParaRPr lang="en-US"/>
        </a:p>
      </dgm:t>
    </dgm:pt>
    <dgm:pt modelId="{DDF78020-847E-42CC-BD4F-F473174E827A}" type="sibTrans" cxnId="{6338A8FA-61D8-46F9-82F5-74B8B1BE92D1}">
      <dgm:prSet/>
      <dgm:spPr/>
      <dgm:t>
        <a:bodyPr/>
        <a:lstStyle/>
        <a:p>
          <a:endParaRPr lang="en-US"/>
        </a:p>
      </dgm:t>
    </dgm:pt>
    <dgm:pt modelId="{43698479-02C9-47B1-806E-F9D9E2EA6978}">
      <dgm:prSet/>
      <dgm:spPr/>
      <dgm:t>
        <a:bodyPr/>
        <a:lstStyle/>
        <a:p>
          <a:r>
            <a:rPr lang="en-US" b="0" i="0" baseline="0" dirty="0"/>
            <a:t>HOW TO IDENTIFY THE STRUCTURE OF A SUBJECT: (THE ELEMENT OF THOUGHT)</a:t>
          </a:r>
          <a:endParaRPr lang="en-US" dirty="0"/>
        </a:p>
      </dgm:t>
    </dgm:pt>
    <dgm:pt modelId="{B5A44A05-8574-46BD-8653-360DEF8F6645}" type="parTrans" cxnId="{2BF031E1-BA39-4085-8923-AA0FDE458A80}">
      <dgm:prSet/>
      <dgm:spPr/>
      <dgm:t>
        <a:bodyPr/>
        <a:lstStyle/>
        <a:p>
          <a:endParaRPr lang="en-US"/>
        </a:p>
      </dgm:t>
    </dgm:pt>
    <dgm:pt modelId="{C17BE8A9-8E73-49B7-8177-F4C675E1D8A0}" type="sibTrans" cxnId="{2BF031E1-BA39-4085-8923-AA0FDE458A80}">
      <dgm:prSet/>
      <dgm:spPr/>
      <dgm:t>
        <a:bodyPr/>
        <a:lstStyle/>
        <a:p>
          <a:endParaRPr lang="en-US"/>
        </a:p>
      </dgm:t>
    </dgm:pt>
    <dgm:pt modelId="{F3296FA3-FFF1-49ED-94A8-95AEB4B2EEBE}">
      <dgm:prSet/>
      <dgm:spPr/>
      <dgm:t>
        <a:bodyPr/>
        <a:lstStyle/>
        <a:p>
          <a:r>
            <a:rPr lang="en-US" b="0" i="0" baseline="0" dirty="0"/>
            <a:t>HOW TO FIGURE OUT THE FORM OF THINKING ESSENTIAL TO COURSES OR SUBJECTS</a:t>
          </a:r>
          <a:endParaRPr lang="en-US" dirty="0"/>
        </a:p>
      </dgm:t>
    </dgm:pt>
    <dgm:pt modelId="{F6DEF874-8C04-4792-A11B-297501298918}" type="parTrans" cxnId="{7FC86587-3253-4D8F-904A-6DEBE8AF2B42}">
      <dgm:prSet/>
      <dgm:spPr/>
      <dgm:t>
        <a:bodyPr/>
        <a:lstStyle/>
        <a:p>
          <a:endParaRPr lang="en-US"/>
        </a:p>
      </dgm:t>
    </dgm:pt>
    <dgm:pt modelId="{AA5A7C14-3EF2-4405-90EE-28A3907D8A5B}" type="sibTrans" cxnId="{7FC86587-3253-4D8F-904A-6DEBE8AF2B42}">
      <dgm:prSet/>
      <dgm:spPr/>
      <dgm:t>
        <a:bodyPr/>
        <a:lstStyle/>
        <a:p>
          <a:endParaRPr lang="en-US"/>
        </a:p>
      </dgm:t>
    </dgm:pt>
    <dgm:pt modelId="{0E73DA0C-8E02-488D-A94B-F802CC3CEB98}">
      <dgm:prSet/>
      <dgm:spPr/>
      <dgm:t>
        <a:bodyPr/>
        <a:lstStyle/>
        <a:p>
          <a:r>
            <a:rPr lang="en-US" b="0" i="0" baseline="0" dirty="0"/>
            <a:t>HOW TO THINK WITHIN THE IDEAS OF A SUBJECT</a:t>
          </a:r>
          <a:endParaRPr lang="en-US" dirty="0"/>
        </a:p>
      </dgm:t>
    </dgm:pt>
    <dgm:pt modelId="{5CF7867A-0C24-45A0-B50F-8E5818684027}" type="parTrans" cxnId="{1F4913AF-4119-453D-9D95-CA05EF923B64}">
      <dgm:prSet/>
      <dgm:spPr/>
      <dgm:t>
        <a:bodyPr/>
        <a:lstStyle/>
        <a:p>
          <a:endParaRPr lang="en-US"/>
        </a:p>
      </dgm:t>
    </dgm:pt>
    <dgm:pt modelId="{EF4EC8D9-7250-4EA6-9FAD-D8D401029F20}" type="sibTrans" cxnId="{1F4913AF-4119-453D-9D95-CA05EF923B64}">
      <dgm:prSet/>
      <dgm:spPr/>
      <dgm:t>
        <a:bodyPr/>
        <a:lstStyle/>
        <a:p>
          <a:endParaRPr lang="en-US"/>
        </a:p>
      </dgm:t>
    </dgm:pt>
    <dgm:pt modelId="{BC16A466-15BB-4CD4-AE80-24BA076D2F1C}">
      <dgm:prSet/>
      <dgm:spPr/>
      <dgm:t>
        <a:bodyPr/>
        <a:lstStyle/>
        <a:p>
          <a:r>
            <a:rPr lang="en-US" b="0" i="0" baseline="0" dirty="0"/>
            <a:t>HOW TO ANALYZE THE LOGIC OF AN ARTICLE, ESSAY, OR CHAPTER</a:t>
          </a:r>
          <a:endParaRPr lang="en-US" dirty="0"/>
        </a:p>
      </dgm:t>
    </dgm:pt>
    <dgm:pt modelId="{54EB9294-3589-4E5C-BBAA-01A4EE261C7C}" type="parTrans" cxnId="{5BB4804A-E577-4693-9E2A-999FFD93A5BC}">
      <dgm:prSet/>
      <dgm:spPr/>
      <dgm:t>
        <a:bodyPr/>
        <a:lstStyle/>
        <a:p>
          <a:endParaRPr lang="en-US"/>
        </a:p>
      </dgm:t>
    </dgm:pt>
    <dgm:pt modelId="{BAB12C13-A353-46FF-819F-ADA9AF14B9AF}" type="sibTrans" cxnId="{5BB4804A-E577-4693-9E2A-999FFD93A5BC}">
      <dgm:prSet/>
      <dgm:spPr/>
      <dgm:t>
        <a:bodyPr/>
        <a:lstStyle/>
        <a:p>
          <a:endParaRPr lang="en-US"/>
        </a:p>
      </dgm:t>
    </dgm:pt>
    <dgm:pt modelId="{93BCF546-0969-44DD-8328-4E26C03A3F6F}">
      <dgm:prSet/>
      <dgm:spPr/>
      <dgm:t>
        <a:bodyPr/>
        <a:lstStyle/>
        <a:p>
          <a:r>
            <a:rPr lang="en-US" b="0" i="0" baseline="0" dirty="0"/>
            <a:t>HOW TO FIGURE OUT THE LOGIC OF A TEXTBOOK</a:t>
          </a:r>
          <a:endParaRPr lang="en-US" dirty="0"/>
        </a:p>
      </dgm:t>
    </dgm:pt>
    <dgm:pt modelId="{918DB307-9F5A-4101-8A3D-3D2A5B18A677}" type="parTrans" cxnId="{6C18F7B9-E6D1-4C24-B129-A6835201A61B}">
      <dgm:prSet/>
      <dgm:spPr/>
      <dgm:t>
        <a:bodyPr/>
        <a:lstStyle/>
        <a:p>
          <a:endParaRPr lang="en-US"/>
        </a:p>
      </dgm:t>
    </dgm:pt>
    <dgm:pt modelId="{D4571AAA-C637-4A4F-9DCF-120118F36009}" type="sibTrans" cxnId="{6C18F7B9-E6D1-4C24-B129-A6835201A61B}">
      <dgm:prSet/>
      <dgm:spPr/>
      <dgm:t>
        <a:bodyPr/>
        <a:lstStyle/>
        <a:p>
          <a:endParaRPr lang="en-US"/>
        </a:p>
      </dgm:t>
    </dgm:pt>
    <dgm:pt modelId="{758F4D2C-ABC0-4328-AF6F-F2596F144952}">
      <dgm:prSet/>
      <dgm:spPr/>
      <dgm:t>
        <a:bodyPr/>
        <a:lstStyle/>
        <a:p>
          <a:r>
            <a:rPr lang="en-US" b="0" i="0" baseline="0" dirty="0"/>
            <a:t>HOW TO UNDERSTAND IDEAS</a:t>
          </a:r>
          <a:endParaRPr lang="en-US" dirty="0"/>
        </a:p>
      </dgm:t>
    </dgm:pt>
    <dgm:pt modelId="{578834EA-733F-419B-8D81-097B6E8BBD14}" type="parTrans" cxnId="{250731F5-B1EA-4F95-8E02-2F2FFA6FB23D}">
      <dgm:prSet/>
      <dgm:spPr/>
      <dgm:t>
        <a:bodyPr/>
        <a:lstStyle/>
        <a:p>
          <a:endParaRPr lang="en-US"/>
        </a:p>
      </dgm:t>
    </dgm:pt>
    <dgm:pt modelId="{0083982C-B7A2-484F-99F4-2C3F147B81F6}" type="sibTrans" cxnId="{250731F5-B1EA-4F95-8E02-2F2FFA6FB23D}">
      <dgm:prSet/>
      <dgm:spPr/>
      <dgm:t>
        <a:bodyPr/>
        <a:lstStyle/>
        <a:p>
          <a:endParaRPr lang="en-US"/>
        </a:p>
      </dgm:t>
    </dgm:pt>
    <dgm:pt modelId="{733E8708-A214-48D1-AB18-65720F591E67}">
      <dgm:prSet/>
      <dgm:spPr/>
      <dgm:t>
        <a:bodyPr/>
        <a:lstStyle/>
        <a:p>
          <a:r>
            <a:rPr lang="en-US" b="0" i="0" baseline="0" dirty="0"/>
            <a:t>HOW TO CONTROL (AND NOT BE CONTROLLED BY) IDEAS</a:t>
          </a:r>
          <a:endParaRPr lang="en-US" dirty="0"/>
        </a:p>
      </dgm:t>
    </dgm:pt>
    <dgm:pt modelId="{1C8FFC66-FCE9-44FF-875E-06B1835D8EBC}" type="parTrans" cxnId="{DB1B9EED-8AB2-439C-8B86-791F8DBED8C1}">
      <dgm:prSet/>
      <dgm:spPr/>
      <dgm:t>
        <a:bodyPr/>
        <a:lstStyle/>
        <a:p>
          <a:endParaRPr lang="en-US"/>
        </a:p>
      </dgm:t>
    </dgm:pt>
    <dgm:pt modelId="{11569B1C-B77D-4232-91E1-FAB57F6C230F}" type="sibTrans" cxnId="{DB1B9EED-8AB2-439C-8B86-791F8DBED8C1}">
      <dgm:prSet/>
      <dgm:spPr/>
      <dgm:t>
        <a:bodyPr/>
        <a:lstStyle/>
        <a:p>
          <a:endParaRPr lang="en-US"/>
        </a:p>
      </dgm:t>
    </dgm:pt>
    <dgm:pt modelId="{B01F2B41-515A-489A-BA2F-28FB1CB5AAB8}">
      <dgm:prSet/>
      <dgm:spPr/>
      <dgm:t>
        <a:bodyPr/>
        <a:lstStyle/>
        <a:p>
          <a:r>
            <a:rPr lang="en-US" b="0" i="0" baseline="0" dirty="0"/>
            <a:t>HOW TO UNDERSTAND READING, WRITING, SPEAKING, LISTENING AND THINKING</a:t>
          </a:r>
          <a:endParaRPr lang="en-US" dirty="0"/>
        </a:p>
      </dgm:t>
    </dgm:pt>
    <dgm:pt modelId="{53879615-3DBE-490E-9FFC-839EDA4A51E2}" type="parTrans" cxnId="{A59C13D6-503E-4137-B01F-CFD4A68363AB}">
      <dgm:prSet/>
      <dgm:spPr/>
      <dgm:t>
        <a:bodyPr/>
        <a:lstStyle/>
        <a:p>
          <a:endParaRPr lang="en-US"/>
        </a:p>
      </dgm:t>
    </dgm:pt>
    <dgm:pt modelId="{D9F574A1-3F47-4CBE-ACD8-B45FDCCE44AF}" type="sibTrans" cxnId="{A59C13D6-503E-4137-B01F-CFD4A68363AB}">
      <dgm:prSet/>
      <dgm:spPr/>
      <dgm:t>
        <a:bodyPr/>
        <a:lstStyle/>
        <a:p>
          <a:endParaRPr lang="en-US"/>
        </a:p>
      </dgm:t>
    </dgm:pt>
    <dgm:pt modelId="{A3C63AC8-2617-4087-8331-395BEA49DC10}">
      <dgm:prSet/>
      <dgm:spPr/>
      <dgm:t>
        <a:bodyPr/>
        <a:lstStyle/>
        <a:p>
          <a:r>
            <a:rPr lang="en-US" b="0" i="0" baseline="0" dirty="0"/>
            <a:t>HOW TO LEARN IDEAS FROM TEXTBOOKS</a:t>
          </a:r>
          <a:endParaRPr lang="en-US" dirty="0"/>
        </a:p>
      </dgm:t>
    </dgm:pt>
    <dgm:pt modelId="{C6FC08AA-7D81-48C0-8332-BACAA5ABD199}" type="parTrans" cxnId="{633A57B0-5263-47FC-A3CB-0705687CE8DA}">
      <dgm:prSet/>
      <dgm:spPr/>
      <dgm:t>
        <a:bodyPr/>
        <a:lstStyle/>
        <a:p>
          <a:endParaRPr lang="en-US"/>
        </a:p>
      </dgm:t>
    </dgm:pt>
    <dgm:pt modelId="{B3FBE49A-ABA1-4CF7-BF52-44CD960B29C4}" type="sibTrans" cxnId="{633A57B0-5263-47FC-A3CB-0705687CE8DA}">
      <dgm:prSet/>
      <dgm:spPr/>
      <dgm:t>
        <a:bodyPr/>
        <a:lstStyle/>
        <a:p>
          <a:endParaRPr lang="en-US"/>
        </a:p>
      </dgm:t>
    </dgm:pt>
    <dgm:pt modelId="{15553176-053F-4A7E-865A-360012103D04}" type="pres">
      <dgm:prSet presAssocID="{FB671EBB-7F44-4B43-B68D-95F2CF95A7AC}" presName="diagram" presStyleCnt="0">
        <dgm:presLayoutVars>
          <dgm:dir/>
          <dgm:resizeHandles val="exact"/>
        </dgm:presLayoutVars>
      </dgm:prSet>
      <dgm:spPr/>
    </dgm:pt>
    <dgm:pt modelId="{91B663E4-0F15-49C0-9047-2EDAD14C7FD4}" type="pres">
      <dgm:prSet presAssocID="{8A0A0639-A4CD-4F11-8A65-FB2E3D8C4553}" presName="node" presStyleLbl="node1" presStyleIdx="0" presStyleCnt="14">
        <dgm:presLayoutVars>
          <dgm:bulletEnabled val="1"/>
        </dgm:presLayoutVars>
      </dgm:prSet>
      <dgm:spPr/>
    </dgm:pt>
    <dgm:pt modelId="{E07F3E37-5212-4497-82F9-E0B830373C02}" type="pres">
      <dgm:prSet presAssocID="{64A02E27-4479-41C2-BFB7-13756ED3C14A}" presName="sibTrans" presStyleCnt="0"/>
      <dgm:spPr/>
    </dgm:pt>
    <dgm:pt modelId="{FEA134C8-167B-45DB-B7DE-8563754EDDF6}" type="pres">
      <dgm:prSet presAssocID="{00AF3E02-8DBE-4798-92F6-712FAB5FFBE5}" presName="node" presStyleLbl="node1" presStyleIdx="1" presStyleCnt="14">
        <dgm:presLayoutVars>
          <dgm:bulletEnabled val="1"/>
        </dgm:presLayoutVars>
      </dgm:prSet>
      <dgm:spPr/>
    </dgm:pt>
    <dgm:pt modelId="{6C48BEE2-AA5F-4341-AA82-EF4CFF8DFDF0}" type="pres">
      <dgm:prSet presAssocID="{A99405B1-C02A-44AD-95C9-91D164462592}" presName="sibTrans" presStyleCnt="0"/>
      <dgm:spPr/>
    </dgm:pt>
    <dgm:pt modelId="{CE8B2BD7-A3D6-4475-85CF-2494E79FF9D4}" type="pres">
      <dgm:prSet presAssocID="{5E6D4EDC-DE9F-4592-A27C-51C5491CBA5D}" presName="node" presStyleLbl="node1" presStyleIdx="2" presStyleCnt="14">
        <dgm:presLayoutVars>
          <dgm:bulletEnabled val="1"/>
        </dgm:presLayoutVars>
      </dgm:prSet>
      <dgm:spPr/>
    </dgm:pt>
    <dgm:pt modelId="{77C82617-E027-4E8A-B327-5AB13EF3BAF8}" type="pres">
      <dgm:prSet presAssocID="{9E0264D8-377E-4748-A025-ABA326D67A1E}" presName="sibTrans" presStyleCnt="0"/>
      <dgm:spPr/>
    </dgm:pt>
    <dgm:pt modelId="{3B314C2A-F3D3-4A6B-8BAB-6901D67E794F}" type="pres">
      <dgm:prSet presAssocID="{DCED4D91-9CBC-4FFE-B454-0F30E6488682}" presName="node" presStyleLbl="node1" presStyleIdx="3" presStyleCnt="14">
        <dgm:presLayoutVars>
          <dgm:bulletEnabled val="1"/>
        </dgm:presLayoutVars>
      </dgm:prSet>
      <dgm:spPr/>
    </dgm:pt>
    <dgm:pt modelId="{27DC7BD5-E09E-4AC1-94D1-9E2B81C407F2}" type="pres">
      <dgm:prSet presAssocID="{306A9E51-8AFA-4A32-8E51-5E709CF5AD4B}" presName="sibTrans" presStyleCnt="0"/>
      <dgm:spPr/>
    </dgm:pt>
    <dgm:pt modelId="{853143EF-18CB-425E-AFFC-6E7E97A51D16}" type="pres">
      <dgm:prSet presAssocID="{B74CED85-A173-4A9D-A60E-E3D00C387965}" presName="node" presStyleLbl="node1" presStyleIdx="4" presStyleCnt="14">
        <dgm:presLayoutVars>
          <dgm:bulletEnabled val="1"/>
        </dgm:presLayoutVars>
      </dgm:prSet>
      <dgm:spPr/>
    </dgm:pt>
    <dgm:pt modelId="{50E8AB51-5F25-4668-AD76-97C8EF38450A}" type="pres">
      <dgm:prSet presAssocID="{DDF78020-847E-42CC-BD4F-F473174E827A}" presName="sibTrans" presStyleCnt="0"/>
      <dgm:spPr/>
    </dgm:pt>
    <dgm:pt modelId="{3D83316E-E101-4D79-B901-DE3F830FFB35}" type="pres">
      <dgm:prSet presAssocID="{43698479-02C9-47B1-806E-F9D9E2EA6978}" presName="node" presStyleLbl="node1" presStyleIdx="5" presStyleCnt="14">
        <dgm:presLayoutVars>
          <dgm:bulletEnabled val="1"/>
        </dgm:presLayoutVars>
      </dgm:prSet>
      <dgm:spPr/>
    </dgm:pt>
    <dgm:pt modelId="{860D00D1-6C52-4AB5-AD4B-ECAFEF280F52}" type="pres">
      <dgm:prSet presAssocID="{C17BE8A9-8E73-49B7-8177-F4C675E1D8A0}" presName="sibTrans" presStyleCnt="0"/>
      <dgm:spPr/>
    </dgm:pt>
    <dgm:pt modelId="{F6F3CAD3-3D5A-408F-8E04-7059F4897D9C}" type="pres">
      <dgm:prSet presAssocID="{F3296FA3-FFF1-49ED-94A8-95AEB4B2EEBE}" presName="node" presStyleLbl="node1" presStyleIdx="6" presStyleCnt="14">
        <dgm:presLayoutVars>
          <dgm:bulletEnabled val="1"/>
        </dgm:presLayoutVars>
      </dgm:prSet>
      <dgm:spPr/>
    </dgm:pt>
    <dgm:pt modelId="{50140BE6-6AAB-4529-8075-50A538B8A113}" type="pres">
      <dgm:prSet presAssocID="{AA5A7C14-3EF2-4405-90EE-28A3907D8A5B}" presName="sibTrans" presStyleCnt="0"/>
      <dgm:spPr/>
    </dgm:pt>
    <dgm:pt modelId="{D864C99D-EB57-4566-B27A-D308C6B3B919}" type="pres">
      <dgm:prSet presAssocID="{0E73DA0C-8E02-488D-A94B-F802CC3CEB98}" presName="node" presStyleLbl="node1" presStyleIdx="7" presStyleCnt="14">
        <dgm:presLayoutVars>
          <dgm:bulletEnabled val="1"/>
        </dgm:presLayoutVars>
      </dgm:prSet>
      <dgm:spPr/>
    </dgm:pt>
    <dgm:pt modelId="{BC55BB4A-8684-4F7E-A574-BD864554E4BF}" type="pres">
      <dgm:prSet presAssocID="{EF4EC8D9-7250-4EA6-9FAD-D8D401029F20}" presName="sibTrans" presStyleCnt="0"/>
      <dgm:spPr/>
    </dgm:pt>
    <dgm:pt modelId="{8D2FCF6B-4A75-4C69-94ED-6812E5554A7B}" type="pres">
      <dgm:prSet presAssocID="{BC16A466-15BB-4CD4-AE80-24BA076D2F1C}" presName="node" presStyleLbl="node1" presStyleIdx="8" presStyleCnt="14">
        <dgm:presLayoutVars>
          <dgm:bulletEnabled val="1"/>
        </dgm:presLayoutVars>
      </dgm:prSet>
      <dgm:spPr/>
    </dgm:pt>
    <dgm:pt modelId="{9CA7801B-B3B6-4269-8498-8D33EA4BE682}" type="pres">
      <dgm:prSet presAssocID="{BAB12C13-A353-46FF-819F-ADA9AF14B9AF}" presName="sibTrans" presStyleCnt="0"/>
      <dgm:spPr/>
    </dgm:pt>
    <dgm:pt modelId="{CE4F8390-D3AA-4753-9D8C-B008DF3C596D}" type="pres">
      <dgm:prSet presAssocID="{93BCF546-0969-44DD-8328-4E26C03A3F6F}" presName="node" presStyleLbl="node1" presStyleIdx="9" presStyleCnt="14">
        <dgm:presLayoutVars>
          <dgm:bulletEnabled val="1"/>
        </dgm:presLayoutVars>
      </dgm:prSet>
      <dgm:spPr/>
    </dgm:pt>
    <dgm:pt modelId="{1EC249D7-D036-45E6-81C2-87F7AD29806E}" type="pres">
      <dgm:prSet presAssocID="{D4571AAA-C637-4A4F-9DCF-120118F36009}" presName="sibTrans" presStyleCnt="0"/>
      <dgm:spPr/>
    </dgm:pt>
    <dgm:pt modelId="{0F1E2081-D816-489E-9F39-77968F92EADA}" type="pres">
      <dgm:prSet presAssocID="{758F4D2C-ABC0-4328-AF6F-F2596F144952}" presName="node" presStyleLbl="node1" presStyleIdx="10" presStyleCnt="14">
        <dgm:presLayoutVars>
          <dgm:bulletEnabled val="1"/>
        </dgm:presLayoutVars>
      </dgm:prSet>
      <dgm:spPr/>
    </dgm:pt>
    <dgm:pt modelId="{DAA9BE68-8BDC-4E91-87EC-DCD7F5E35BA2}" type="pres">
      <dgm:prSet presAssocID="{0083982C-B7A2-484F-99F4-2C3F147B81F6}" presName="sibTrans" presStyleCnt="0"/>
      <dgm:spPr/>
    </dgm:pt>
    <dgm:pt modelId="{E973878D-BA8A-41C5-95EE-4829C5638549}" type="pres">
      <dgm:prSet presAssocID="{733E8708-A214-48D1-AB18-65720F591E67}" presName="node" presStyleLbl="node1" presStyleIdx="11" presStyleCnt="14">
        <dgm:presLayoutVars>
          <dgm:bulletEnabled val="1"/>
        </dgm:presLayoutVars>
      </dgm:prSet>
      <dgm:spPr/>
    </dgm:pt>
    <dgm:pt modelId="{B41EA5C9-8CE2-40B9-90FF-83BF2421EE01}" type="pres">
      <dgm:prSet presAssocID="{11569B1C-B77D-4232-91E1-FAB57F6C230F}" presName="sibTrans" presStyleCnt="0"/>
      <dgm:spPr/>
    </dgm:pt>
    <dgm:pt modelId="{3FD27E56-6759-49D0-A0C1-68B1E857F1BD}" type="pres">
      <dgm:prSet presAssocID="{B01F2B41-515A-489A-BA2F-28FB1CB5AAB8}" presName="node" presStyleLbl="node1" presStyleIdx="12" presStyleCnt="14">
        <dgm:presLayoutVars>
          <dgm:bulletEnabled val="1"/>
        </dgm:presLayoutVars>
      </dgm:prSet>
      <dgm:spPr/>
    </dgm:pt>
    <dgm:pt modelId="{2648E7DC-721A-4EB6-A65A-D5781D8DA660}" type="pres">
      <dgm:prSet presAssocID="{D9F574A1-3F47-4CBE-ACD8-B45FDCCE44AF}" presName="sibTrans" presStyleCnt="0"/>
      <dgm:spPr/>
    </dgm:pt>
    <dgm:pt modelId="{29A78C7D-1882-4685-A3F6-11D95808B4AF}" type="pres">
      <dgm:prSet presAssocID="{A3C63AC8-2617-4087-8331-395BEA49DC10}" presName="node" presStyleLbl="node1" presStyleIdx="13" presStyleCnt="14">
        <dgm:presLayoutVars>
          <dgm:bulletEnabled val="1"/>
        </dgm:presLayoutVars>
      </dgm:prSet>
      <dgm:spPr/>
    </dgm:pt>
  </dgm:ptLst>
  <dgm:cxnLst>
    <dgm:cxn modelId="{1023D700-5BB4-437C-A3BE-E1783CC14DAA}" type="presOf" srcId="{43698479-02C9-47B1-806E-F9D9E2EA6978}" destId="{3D83316E-E101-4D79-B901-DE3F830FFB35}" srcOrd="0" destOrd="0" presId="urn:microsoft.com/office/officeart/2005/8/layout/default"/>
    <dgm:cxn modelId="{440E5702-B062-479F-9973-D2D7CB481932}" type="presOf" srcId="{B01F2B41-515A-489A-BA2F-28FB1CB5AAB8}" destId="{3FD27E56-6759-49D0-A0C1-68B1E857F1BD}" srcOrd="0" destOrd="0" presId="urn:microsoft.com/office/officeart/2005/8/layout/default"/>
    <dgm:cxn modelId="{47862211-C928-4A8D-9F2D-1F9249BFCFF9}" type="presOf" srcId="{F3296FA3-FFF1-49ED-94A8-95AEB4B2EEBE}" destId="{F6F3CAD3-3D5A-408F-8E04-7059F4897D9C}" srcOrd="0" destOrd="0" presId="urn:microsoft.com/office/officeart/2005/8/layout/default"/>
    <dgm:cxn modelId="{5E36292D-CC4E-4A5C-8A60-14CC41F8EB1F}" srcId="{FB671EBB-7F44-4B43-B68D-95F2CF95A7AC}" destId="{8A0A0639-A4CD-4F11-8A65-FB2E3D8C4553}" srcOrd="0" destOrd="0" parTransId="{E1EA93A3-5F16-4DA4-ACD3-BC4014818AB3}" sibTransId="{64A02E27-4479-41C2-BFB7-13756ED3C14A}"/>
    <dgm:cxn modelId="{599FCD30-0C93-4E31-94F6-9DEF6B0DE690}" type="presOf" srcId="{733E8708-A214-48D1-AB18-65720F591E67}" destId="{E973878D-BA8A-41C5-95EE-4829C5638549}" srcOrd="0" destOrd="0" presId="urn:microsoft.com/office/officeart/2005/8/layout/default"/>
    <dgm:cxn modelId="{94987F35-E3EC-4A5A-9824-36F497A293C2}" type="presOf" srcId="{DCED4D91-9CBC-4FFE-B454-0F30E6488682}" destId="{3B314C2A-F3D3-4A6B-8BAB-6901D67E794F}" srcOrd="0" destOrd="0" presId="urn:microsoft.com/office/officeart/2005/8/layout/default"/>
    <dgm:cxn modelId="{31A48040-902A-4F53-8E7D-167D5913CB62}" type="presOf" srcId="{A3C63AC8-2617-4087-8331-395BEA49DC10}" destId="{29A78C7D-1882-4685-A3F6-11D95808B4AF}" srcOrd="0" destOrd="0" presId="urn:microsoft.com/office/officeart/2005/8/layout/default"/>
    <dgm:cxn modelId="{77917542-6C09-4E65-92EF-053142A3CBFF}" srcId="{FB671EBB-7F44-4B43-B68D-95F2CF95A7AC}" destId="{00AF3E02-8DBE-4798-92F6-712FAB5FFBE5}" srcOrd="1" destOrd="0" parTransId="{01B53D6D-822A-4E7D-967D-79B577977009}" sibTransId="{A99405B1-C02A-44AD-95C9-91D164462592}"/>
    <dgm:cxn modelId="{5BB4804A-E577-4693-9E2A-999FFD93A5BC}" srcId="{FB671EBB-7F44-4B43-B68D-95F2CF95A7AC}" destId="{BC16A466-15BB-4CD4-AE80-24BA076D2F1C}" srcOrd="8" destOrd="0" parTransId="{54EB9294-3589-4E5C-BBAA-01A4EE261C7C}" sibTransId="{BAB12C13-A353-46FF-819F-ADA9AF14B9AF}"/>
    <dgm:cxn modelId="{7094F072-3E6E-4AF9-9B17-61AE93B77AB1}" type="presOf" srcId="{758F4D2C-ABC0-4328-AF6F-F2596F144952}" destId="{0F1E2081-D816-489E-9F39-77968F92EADA}" srcOrd="0" destOrd="0" presId="urn:microsoft.com/office/officeart/2005/8/layout/default"/>
    <dgm:cxn modelId="{9A774756-FD79-4C0F-AF2B-26A97A7661EA}" srcId="{FB671EBB-7F44-4B43-B68D-95F2CF95A7AC}" destId="{DCED4D91-9CBC-4FFE-B454-0F30E6488682}" srcOrd="3" destOrd="0" parTransId="{5CCE0274-6D07-4100-AE41-6970BBCB6513}" sibTransId="{306A9E51-8AFA-4A32-8E51-5E709CF5AD4B}"/>
    <dgm:cxn modelId="{7FC86587-3253-4D8F-904A-6DEBE8AF2B42}" srcId="{FB671EBB-7F44-4B43-B68D-95F2CF95A7AC}" destId="{F3296FA3-FFF1-49ED-94A8-95AEB4B2EEBE}" srcOrd="6" destOrd="0" parTransId="{F6DEF874-8C04-4792-A11B-297501298918}" sibTransId="{AA5A7C14-3EF2-4405-90EE-28A3907D8A5B}"/>
    <dgm:cxn modelId="{30E8C88D-F308-4990-867D-9CFA58299E4A}" type="presOf" srcId="{FB671EBB-7F44-4B43-B68D-95F2CF95A7AC}" destId="{15553176-053F-4A7E-865A-360012103D04}" srcOrd="0" destOrd="0" presId="urn:microsoft.com/office/officeart/2005/8/layout/default"/>
    <dgm:cxn modelId="{EB2C169C-A869-4C85-9A05-A097431B7F48}" type="presOf" srcId="{93BCF546-0969-44DD-8328-4E26C03A3F6F}" destId="{CE4F8390-D3AA-4753-9D8C-B008DF3C596D}" srcOrd="0" destOrd="0" presId="urn:microsoft.com/office/officeart/2005/8/layout/default"/>
    <dgm:cxn modelId="{1F4913AF-4119-453D-9D95-CA05EF923B64}" srcId="{FB671EBB-7F44-4B43-B68D-95F2CF95A7AC}" destId="{0E73DA0C-8E02-488D-A94B-F802CC3CEB98}" srcOrd="7" destOrd="0" parTransId="{5CF7867A-0C24-45A0-B50F-8E5818684027}" sibTransId="{EF4EC8D9-7250-4EA6-9FAD-D8D401029F20}"/>
    <dgm:cxn modelId="{633A57B0-5263-47FC-A3CB-0705687CE8DA}" srcId="{FB671EBB-7F44-4B43-B68D-95F2CF95A7AC}" destId="{A3C63AC8-2617-4087-8331-395BEA49DC10}" srcOrd="13" destOrd="0" parTransId="{C6FC08AA-7D81-48C0-8332-BACAA5ABD199}" sibTransId="{B3FBE49A-ABA1-4CF7-BF52-44CD960B29C4}"/>
    <dgm:cxn modelId="{8A8085B0-D9C6-4B13-AEC8-630FC6E209C5}" type="presOf" srcId="{00AF3E02-8DBE-4798-92F6-712FAB5FFBE5}" destId="{FEA134C8-167B-45DB-B7DE-8563754EDDF6}" srcOrd="0" destOrd="0" presId="urn:microsoft.com/office/officeart/2005/8/layout/default"/>
    <dgm:cxn modelId="{989C92B1-30E6-4B52-B924-3131F1C7C365}" srcId="{FB671EBB-7F44-4B43-B68D-95F2CF95A7AC}" destId="{5E6D4EDC-DE9F-4592-A27C-51C5491CBA5D}" srcOrd="2" destOrd="0" parTransId="{3FDDB988-B2A4-4A05-B252-8628D8DB3538}" sibTransId="{9E0264D8-377E-4748-A025-ABA326D67A1E}"/>
    <dgm:cxn modelId="{BAD127B2-53A0-4FAF-B1CB-F43657E40482}" type="presOf" srcId="{BC16A466-15BB-4CD4-AE80-24BA076D2F1C}" destId="{8D2FCF6B-4A75-4C69-94ED-6812E5554A7B}" srcOrd="0" destOrd="0" presId="urn:microsoft.com/office/officeart/2005/8/layout/default"/>
    <dgm:cxn modelId="{6C18F7B9-E6D1-4C24-B129-A6835201A61B}" srcId="{FB671EBB-7F44-4B43-B68D-95F2CF95A7AC}" destId="{93BCF546-0969-44DD-8328-4E26C03A3F6F}" srcOrd="9" destOrd="0" parTransId="{918DB307-9F5A-4101-8A3D-3D2A5B18A677}" sibTransId="{D4571AAA-C637-4A4F-9DCF-120118F36009}"/>
    <dgm:cxn modelId="{A04AEBC5-0BB6-4162-A5B1-5BCB4F4DF82C}" type="presOf" srcId="{B74CED85-A173-4A9D-A60E-E3D00C387965}" destId="{853143EF-18CB-425E-AFFC-6E7E97A51D16}" srcOrd="0" destOrd="0" presId="urn:microsoft.com/office/officeart/2005/8/layout/default"/>
    <dgm:cxn modelId="{BFFA36C6-B934-4E28-99C8-46D148A4FA2A}" type="presOf" srcId="{8A0A0639-A4CD-4F11-8A65-FB2E3D8C4553}" destId="{91B663E4-0F15-49C0-9047-2EDAD14C7FD4}" srcOrd="0" destOrd="0" presId="urn:microsoft.com/office/officeart/2005/8/layout/default"/>
    <dgm:cxn modelId="{A59C13D6-503E-4137-B01F-CFD4A68363AB}" srcId="{FB671EBB-7F44-4B43-B68D-95F2CF95A7AC}" destId="{B01F2B41-515A-489A-BA2F-28FB1CB5AAB8}" srcOrd="12" destOrd="0" parTransId="{53879615-3DBE-490E-9FFC-839EDA4A51E2}" sibTransId="{D9F574A1-3F47-4CBE-ACD8-B45FDCCE44AF}"/>
    <dgm:cxn modelId="{2BF031E1-BA39-4085-8923-AA0FDE458A80}" srcId="{FB671EBB-7F44-4B43-B68D-95F2CF95A7AC}" destId="{43698479-02C9-47B1-806E-F9D9E2EA6978}" srcOrd="5" destOrd="0" parTransId="{B5A44A05-8574-46BD-8653-360DEF8F6645}" sibTransId="{C17BE8A9-8E73-49B7-8177-F4C675E1D8A0}"/>
    <dgm:cxn modelId="{343AB9E5-B8FA-4A6C-B819-5B2F0A74A67A}" type="presOf" srcId="{5E6D4EDC-DE9F-4592-A27C-51C5491CBA5D}" destId="{CE8B2BD7-A3D6-4475-85CF-2494E79FF9D4}" srcOrd="0" destOrd="0" presId="urn:microsoft.com/office/officeart/2005/8/layout/default"/>
    <dgm:cxn modelId="{DB1B9EED-8AB2-439C-8B86-791F8DBED8C1}" srcId="{FB671EBB-7F44-4B43-B68D-95F2CF95A7AC}" destId="{733E8708-A214-48D1-AB18-65720F591E67}" srcOrd="11" destOrd="0" parTransId="{1C8FFC66-FCE9-44FF-875E-06B1835D8EBC}" sibTransId="{11569B1C-B77D-4232-91E1-FAB57F6C230F}"/>
    <dgm:cxn modelId="{250731F5-B1EA-4F95-8E02-2F2FFA6FB23D}" srcId="{FB671EBB-7F44-4B43-B68D-95F2CF95A7AC}" destId="{758F4D2C-ABC0-4328-AF6F-F2596F144952}" srcOrd="10" destOrd="0" parTransId="{578834EA-733F-419B-8D81-097B6E8BBD14}" sibTransId="{0083982C-B7A2-484F-99F4-2C3F147B81F6}"/>
    <dgm:cxn modelId="{6338A8FA-61D8-46F9-82F5-74B8B1BE92D1}" srcId="{FB671EBB-7F44-4B43-B68D-95F2CF95A7AC}" destId="{B74CED85-A173-4A9D-A60E-E3D00C387965}" srcOrd="4" destOrd="0" parTransId="{A85A9311-00F6-493F-AD59-35EA2E93F520}" sibTransId="{DDF78020-847E-42CC-BD4F-F473174E827A}"/>
    <dgm:cxn modelId="{65C229FC-2465-46F3-88B8-E4AA9F87539D}" type="presOf" srcId="{0E73DA0C-8E02-488D-A94B-F802CC3CEB98}" destId="{D864C99D-EB57-4566-B27A-D308C6B3B919}" srcOrd="0" destOrd="0" presId="urn:microsoft.com/office/officeart/2005/8/layout/default"/>
    <dgm:cxn modelId="{9FCC6974-9400-43BE-B6C5-FB24BCC6B7D9}" type="presParOf" srcId="{15553176-053F-4A7E-865A-360012103D04}" destId="{91B663E4-0F15-49C0-9047-2EDAD14C7FD4}" srcOrd="0" destOrd="0" presId="urn:microsoft.com/office/officeart/2005/8/layout/default"/>
    <dgm:cxn modelId="{B4BF4940-0C84-4C3C-B645-FC8431386126}" type="presParOf" srcId="{15553176-053F-4A7E-865A-360012103D04}" destId="{E07F3E37-5212-4497-82F9-E0B830373C02}" srcOrd="1" destOrd="0" presId="urn:microsoft.com/office/officeart/2005/8/layout/default"/>
    <dgm:cxn modelId="{FEB55509-E24B-4F20-B9A0-F89AB7BA7BD2}" type="presParOf" srcId="{15553176-053F-4A7E-865A-360012103D04}" destId="{FEA134C8-167B-45DB-B7DE-8563754EDDF6}" srcOrd="2" destOrd="0" presId="urn:microsoft.com/office/officeart/2005/8/layout/default"/>
    <dgm:cxn modelId="{892EA1EB-0DF2-4A52-9B2E-26A61E7AB4D3}" type="presParOf" srcId="{15553176-053F-4A7E-865A-360012103D04}" destId="{6C48BEE2-AA5F-4341-AA82-EF4CFF8DFDF0}" srcOrd="3" destOrd="0" presId="urn:microsoft.com/office/officeart/2005/8/layout/default"/>
    <dgm:cxn modelId="{0C52547D-FB74-444A-AB09-1A1C63854CE1}" type="presParOf" srcId="{15553176-053F-4A7E-865A-360012103D04}" destId="{CE8B2BD7-A3D6-4475-85CF-2494E79FF9D4}" srcOrd="4" destOrd="0" presId="urn:microsoft.com/office/officeart/2005/8/layout/default"/>
    <dgm:cxn modelId="{E99DDAD9-020D-4537-AC8D-41B8B06C0125}" type="presParOf" srcId="{15553176-053F-4A7E-865A-360012103D04}" destId="{77C82617-E027-4E8A-B327-5AB13EF3BAF8}" srcOrd="5" destOrd="0" presId="urn:microsoft.com/office/officeart/2005/8/layout/default"/>
    <dgm:cxn modelId="{45D8232B-2EFE-4BDA-B9A9-CE8F72BE2530}" type="presParOf" srcId="{15553176-053F-4A7E-865A-360012103D04}" destId="{3B314C2A-F3D3-4A6B-8BAB-6901D67E794F}" srcOrd="6" destOrd="0" presId="urn:microsoft.com/office/officeart/2005/8/layout/default"/>
    <dgm:cxn modelId="{EAE70049-94E7-4B8F-BCE0-E70F394DC637}" type="presParOf" srcId="{15553176-053F-4A7E-865A-360012103D04}" destId="{27DC7BD5-E09E-4AC1-94D1-9E2B81C407F2}" srcOrd="7" destOrd="0" presId="urn:microsoft.com/office/officeart/2005/8/layout/default"/>
    <dgm:cxn modelId="{C679691B-1115-421D-9EEC-46C78BDEB70C}" type="presParOf" srcId="{15553176-053F-4A7E-865A-360012103D04}" destId="{853143EF-18CB-425E-AFFC-6E7E97A51D16}" srcOrd="8" destOrd="0" presId="urn:microsoft.com/office/officeart/2005/8/layout/default"/>
    <dgm:cxn modelId="{0A9F3B15-F342-4355-B3B5-45D3CD789981}" type="presParOf" srcId="{15553176-053F-4A7E-865A-360012103D04}" destId="{50E8AB51-5F25-4668-AD76-97C8EF38450A}" srcOrd="9" destOrd="0" presId="urn:microsoft.com/office/officeart/2005/8/layout/default"/>
    <dgm:cxn modelId="{0EB6352D-821E-466D-88C6-B4462282FBD6}" type="presParOf" srcId="{15553176-053F-4A7E-865A-360012103D04}" destId="{3D83316E-E101-4D79-B901-DE3F830FFB35}" srcOrd="10" destOrd="0" presId="urn:microsoft.com/office/officeart/2005/8/layout/default"/>
    <dgm:cxn modelId="{15A11416-6C1A-4954-B6F0-BDB4FE45521F}" type="presParOf" srcId="{15553176-053F-4A7E-865A-360012103D04}" destId="{860D00D1-6C52-4AB5-AD4B-ECAFEF280F52}" srcOrd="11" destOrd="0" presId="urn:microsoft.com/office/officeart/2005/8/layout/default"/>
    <dgm:cxn modelId="{F579275D-F6F7-49C3-9C4F-F6F9972CB395}" type="presParOf" srcId="{15553176-053F-4A7E-865A-360012103D04}" destId="{F6F3CAD3-3D5A-408F-8E04-7059F4897D9C}" srcOrd="12" destOrd="0" presId="urn:microsoft.com/office/officeart/2005/8/layout/default"/>
    <dgm:cxn modelId="{92422CB9-44D0-45EA-BD12-8653849B8CB8}" type="presParOf" srcId="{15553176-053F-4A7E-865A-360012103D04}" destId="{50140BE6-6AAB-4529-8075-50A538B8A113}" srcOrd="13" destOrd="0" presId="urn:microsoft.com/office/officeart/2005/8/layout/default"/>
    <dgm:cxn modelId="{ACA9A0FA-1AF8-4DE8-83F2-9D1EFD1FD97D}" type="presParOf" srcId="{15553176-053F-4A7E-865A-360012103D04}" destId="{D864C99D-EB57-4566-B27A-D308C6B3B919}" srcOrd="14" destOrd="0" presId="urn:microsoft.com/office/officeart/2005/8/layout/default"/>
    <dgm:cxn modelId="{6751D44A-E9B8-4F23-8B95-F49CF169EB95}" type="presParOf" srcId="{15553176-053F-4A7E-865A-360012103D04}" destId="{BC55BB4A-8684-4F7E-A574-BD864554E4BF}" srcOrd="15" destOrd="0" presId="urn:microsoft.com/office/officeart/2005/8/layout/default"/>
    <dgm:cxn modelId="{3D0DFBC8-EED4-43B2-B4A6-2D179147027C}" type="presParOf" srcId="{15553176-053F-4A7E-865A-360012103D04}" destId="{8D2FCF6B-4A75-4C69-94ED-6812E5554A7B}" srcOrd="16" destOrd="0" presId="urn:microsoft.com/office/officeart/2005/8/layout/default"/>
    <dgm:cxn modelId="{23DABB19-CBB2-4D15-8FB3-F52E42BAEB92}" type="presParOf" srcId="{15553176-053F-4A7E-865A-360012103D04}" destId="{9CA7801B-B3B6-4269-8498-8D33EA4BE682}" srcOrd="17" destOrd="0" presId="urn:microsoft.com/office/officeart/2005/8/layout/default"/>
    <dgm:cxn modelId="{0FC1C2DD-0A77-40A1-992D-CA5DD3785C92}" type="presParOf" srcId="{15553176-053F-4A7E-865A-360012103D04}" destId="{CE4F8390-D3AA-4753-9D8C-B008DF3C596D}" srcOrd="18" destOrd="0" presId="urn:microsoft.com/office/officeart/2005/8/layout/default"/>
    <dgm:cxn modelId="{05CD9A47-D428-4C32-905A-9687D0BC81AD}" type="presParOf" srcId="{15553176-053F-4A7E-865A-360012103D04}" destId="{1EC249D7-D036-45E6-81C2-87F7AD29806E}" srcOrd="19" destOrd="0" presId="urn:microsoft.com/office/officeart/2005/8/layout/default"/>
    <dgm:cxn modelId="{44A2EED8-9E2A-46B4-8D41-4E59D65864CA}" type="presParOf" srcId="{15553176-053F-4A7E-865A-360012103D04}" destId="{0F1E2081-D816-489E-9F39-77968F92EADA}" srcOrd="20" destOrd="0" presId="urn:microsoft.com/office/officeart/2005/8/layout/default"/>
    <dgm:cxn modelId="{283BCEB6-0835-4CB0-BE3A-DB795E855ED8}" type="presParOf" srcId="{15553176-053F-4A7E-865A-360012103D04}" destId="{DAA9BE68-8BDC-4E91-87EC-DCD7F5E35BA2}" srcOrd="21" destOrd="0" presId="urn:microsoft.com/office/officeart/2005/8/layout/default"/>
    <dgm:cxn modelId="{0FCB4959-697C-4638-8538-952F91F29E52}" type="presParOf" srcId="{15553176-053F-4A7E-865A-360012103D04}" destId="{E973878D-BA8A-41C5-95EE-4829C5638549}" srcOrd="22" destOrd="0" presId="urn:microsoft.com/office/officeart/2005/8/layout/default"/>
    <dgm:cxn modelId="{9742584C-8657-4ADB-94B4-597FE1EA6A06}" type="presParOf" srcId="{15553176-053F-4A7E-865A-360012103D04}" destId="{B41EA5C9-8CE2-40B9-90FF-83BF2421EE01}" srcOrd="23" destOrd="0" presId="urn:microsoft.com/office/officeart/2005/8/layout/default"/>
    <dgm:cxn modelId="{28606085-BD47-4172-819A-2ACAAA373C1B}" type="presParOf" srcId="{15553176-053F-4A7E-865A-360012103D04}" destId="{3FD27E56-6759-49D0-A0C1-68B1E857F1BD}" srcOrd="24" destOrd="0" presId="urn:microsoft.com/office/officeart/2005/8/layout/default"/>
    <dgm:cxn modelId="{D3B6A790-0C66-49C5-B2E3-90B5E1B3EEFB}" type="presParOf" srcId="{15553176-053F-4A7E-865A-360012103D04}" destId="{2648E7DC-721A-4EB6-A65A-D5781D8DA660}" srcOrd="25" destOrd="0" presId="urn:microsoft.com/office/officeart/2005/8/layout/default"/>
    <dgm:cxn modelId="{69969ECC-AAF1-4CFD-966D-E01F9ACE9B33}" type="presParOf" srcId="{15553176-053F-4A7E-865A-360012103D04}" destId="{29A78C7D-1882-4685-A3F6-11D95808B4AF}" srcOrd="2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B663E4-0F15-49C0-9047-2EDAD14C7FD4}">
      <dsp:nvSpPr>
        <dsp:cNvPr id="0" name=""/>
        <dsp:cNvSpPr/>
      </dsp:nvSpPr>
      <dsp:spPr>
        <a:xfrm>
          <a:off x="3735" y="74113"/>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18 IDEAS FOR BECOMING A MASTER STUDENT </a:t>
          </a:r>
          <a:endParaRPr lang="en-US" sz="1500" kern="1200" dirty="0"/>
        </a:p>
      </dsp:txBody>
      <dsp:txXfrm>
        <a:off x="3735" y="74113"/>
        <a:ext cx="2022288" cy="1213373"/>
      </dsp:txXfrm>
    </dsp:sp>
    <dsp:sp modelId="{FEA134C8-167B-45DB-B7DE-8563754EDDF6}">
      <dsp:nvSpPr>
        <dsp:cNvPr id="0" name=""/>
        <dsp:cNvSpPr/>
      </dsp:nvSpPr>
      <dsp:spPr>
        <a:xfrm>
          <a:off x="2228252" y="74113"/>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HOW TO STUDY AND LEARN A DISCIPLINE</a:t>
          </a:r>
          <a:endParaRPr lang="en-US" sz="1500" kern="1200" dirty="0"/>
        </a:p>
      </dsp:txBody>
      <dsp:txXfrm>
        <a:off x="2228252" y="74113"/>
        <a:ext cx="2022288" cy="1213373"/>
      </dsp:txXfrm>
    </dsp:sp>
    <dsp:sp modelId="{CE8B2BD7-A3D6-4475-85CF-2494E79FF9D4}">
      <dsp:nvSpPr>
        <dsp:cNvPr id="0" name=""/>
        <dsp:cNvSpPr/>
      </dsp:nvSpPr>
      <dsp:spPr>
        <a:xfrm>
          <a:off x="4452770" y="74113"/>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HOW TO LEARN WITH DISCIPLINE</a:t>
          </a:r>
          <a:endParaRPr lang="en-US" sz="1500" kern="1200" dirty="0"/>
        </a:p>
      </dsp:txBody>
      <dsp:txXfrm>
        <a:off x="4452770" y="74113"/>
        <a:ext cx="2022288" cy="1213373"/>
      </dsp:txXfrm>
    </dsp:sp>
    <dsp:sp modelId="{3B314C2A-F3D3-4A6B-8BAB-6901D67E794F}">
      <dsp:nvSpPr>
        <dsp:cNvPr id="0" name=""/>
        <dsp:cNvSpPr/>
      </dsp:nvSpPr>
      <dsp:spPr>
        <a:xfrm>
          <a:off x="6677287" y="74113"/>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HOW TO IDENTIFY AN UNDERLYING IDEA FOR THE SUBJECT YOU STUDY</a:t>
          </a:r>
          <a:endParaRPr lang="en-US" sz="1500" kern="1200" dirty="0"/>
        </a:p>
      </dsp:txBody>
      <dsp:txXfrm>
        <a:off x="6677287" y="74113"/>
        <a:ext cx="2022288" cy="1213373"/>
      </dsp:txXfrm>
    </dsp:sp>
    <dsp:sp modelId="{853143EF-18CB-425E-AFFC-6E7E97A51D16}">
      <dsp:nvSpPr>
        <dsp:cNvPr id="0" name=""/>
        <dsp:cNvSpPr/>
      </dsp:nvSpPr>
      <dsp:spPr>
        <a:xfrm>
          <a:off x="8901805" y="74113"/>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UNDERSTANDING CONTENT THROUGH THE THINKING IT REQUIRES: A KEY TO DEEP LEARNING</a:t>
          </a:r>
          <a:endParaRPr lang="en-US" sz="1500" kern="1200" dirty="0"/>
        </a:p>
      </dsp:txBody>
      <dsp:txXfrm>
        <a:off x="8901805" y="74113"/>
        <a:ext cx="2022288" cy="1213373"/>
      </dsp:txXfrm>
    </dsp:sp>
    <dsp:sp modelId="{3D83316E-E101-4D79-B901-DE3F830FFB35}">
      <dsp:nvSpPr>
        <dsp:cNvPr id="0" name=""/>
        <dsp:cNvSpPr/>
      </dsp:nvSpPr>
      <dsp:spPr>
        <a:xfrm>
          <a:off x="3735" y="1489715"/>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HOW TO IDENTIFY THE STRUCTURE OF A SUBJECT: (THE ELEMENT OF THOUGHT)</a:t>
          </a:r>
          <a:endParaRPr lang="en-US" sz="1500" kern="1200" dirty="0"/>
        </a:p>
      </dsp:txBody>
      <dsp:txXfrm>
        <a:off x="3735" y="1489715"/>
        <a:ext cx="2022288" cy="1213373"/>
      </dsp:txXfrm>
    </dsp:sp>
    <dsp:sp modelId="{F6F3CAD3-3D5A-408F-8E04-7059F4897D9C}">
      <dsp:nvSpPr>
        <dsp:cNvPr id="0" name=""/>
        <dsp:cNvSpPr/>
      </dsp:nvSpPr>
      <dsp:spPr>
        <a:xfrm>
          <a:off x="2228252" y="1489715"/>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HOW TO FIGURE OUT THE FORM OF THINKING ESSENTIAL TO COURSES OR SUBJECTS</a:t>
          </a:r>
          <a:endParaRPr lang="en-US" sz="1500" kern="1200" dirty="0"/>
        </a:p>
      </dsp:txBody>
      <dsp:txXfrm>
        <a:off x="2228252" y="1489715"/>
        <a:ext cx="2022288" cy="1213373"/>
      </dsp:txXfrm>
    </dsp:sp>
    <dsp:sp modelId="{D864C99D-EB57-4566-B27A-D308C6B3B919}">
      <dsp:nvSpPr>
        <dsp:cNvPr id="0" name=""/>
        <dsp:cNvSpPr/>
      </dsp:nvSpPr>
      <dsp:spPr>
        <a:xfrm>
          <a:off x="4452770" y="1489715"/>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HOW TO THINK WITHIN THE IDEAS OF A SUBJECT</a:t>
          </a:r>
          <a:endParaRPr lang="en-US" sz="1500" kern="1200" dirty="0"/>
        </a:p>
      </dsp:txBody>
      <dsp:txXfrm>
        <a:off x="4452770" y="1489715"/>
        <a:ext cx="2022288" cy="1213373"/>
      </dsp:txXfrm>
    </dsp:sp>
    <dsp:sp modelId="{8D2FCF6B-4A75-4C69-94ED-6812E5554A7B}">
      <dsp:nvSpPr>
        <dsp:cNvPr id="0" name=""/>
        <dsp:cNvSpPr/>
      </dsp:nvSpPr>
      <dsp:spPr>
        <a:xfrm>
          <a:off x="6677287" y="1489715"/>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HOW TO ANALYZE THE LOGIC OF AN ARTICLE, ESSAY, OR CHAPTER</a:t>
          </a:r>
          <a:endParaRPr lang="en-US" sz="1500" kern="1200" dirty="0"/>
        </a:p>
      </dsp:txBody>
      <dsp:txXfrm>
        <a:off x="6677287" y="1489715"/>
        <a:ext cx="2022288" cy="1213373"/>
      </dsp:txXfrm>
    </dsp:sp>
    <dsp:sp modelId="{CE4F8390-D3AA-4753-9D8C-B008DF3C596D}">
      <dsp:nvSpPr>
        <dsp:cNvPr id="0" name=""/>
        <dsp:cNvSpPr/>
      </dsp:nvSpPr>
      <dsp:spPr>
        <a:xfrm>
          <a:off x="8901805" y="1489715"/>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HOW TO FIGURE OUT THE LOGIC OF A TEXTBOOK</a:t>
          </a:r>
          <a:endParaRPr lang="en-US" sz="1500" kern="1200" dirty="0"/>
        </a:p>
      </dsp:txBody>
      <dsp:txXfrm>
        <a:off x="8901805" y="1489715"/>
        <a:ext cx="2022288" cy="1213373"/>
      </dsp:txXfrm>
    </dsp:sp>
    <dsp:sp modelId="{0F1E2081-D816-489E-9F39-77968F92EADA}">
      <dsp:nvSpPr>
        <dsp:cNvPr id="0" name=""/>
        <dsp:cNvSpPr/>
      </dsp:nvSpPr>
      <dsp:spPr>
        <a:xfrm>
          <a:off x="1115993" y="2905317"/>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HOW TO UNDERSTAND IDEAS</a:t>
          </a:r>
          <a:endParaRPr lang="en-US" sz="1500" kern="1200" dirty="0"/>
        </a:p>
      </dsp:txBody>
      <dsp:txXfrm>
        <a:off x="1115993" y="2905317"/>
        <a:ext cx="2022288" cy="1213373"/>
      </dsp:txXfrm>
    </dsp:sp>
    <dsp:sp modelId="{E973878D-BA8A-41C5-95EE-4829C5638549}">
      <dsp:nvSpPr>
        <dsp:cNvPr id="0" name=""/>
        <dsp:cNvSpPr/>
      </dsp:nvSpPr>
      <dsp:spPr>
        <a:xfrm>
          <a:off x="3340511" y="2905317"/>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HOW TO CONTROL (AND NOT BE CONTROLLED BY) IDEAS</a:t>
          </a:r>
          <a:endParaRPr lang="en-US" sz="1500" kern="1200" dirty="0"/>
        </a:p>
      </dsp:txBody>
      <dsp:txXfrm>
        <a:off x="3340511" y="2905317"/>
        <a:ext cx="2022288" cy="1213373"/>
      </dsp:txXfrm>
    </dsp:sp>
    <dsp:sp modelId="{3FD27E56-6759-49D0-A0C1-68B1E857F1BD}">
      <dsp:nvSpPr>
        <dsp:cNvPr id="0" name=""/>
        <dsp:cNvSpPr/>
      </dsp:nvSpPr>
      <dsp:spPr>
        <a:xfrm>
          <a:off x="5565028" y="2905317"/>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HOW TO UNDERSTAND READING, WRITING, SPEAKING, LISTENING AND THINKING</a:t>
          </a:r>
          <a:endParaRPr lang="en-US" sz="1500" kern="1200" dirty="0"/>
        </a:p>
      </dsp:txBody>
      <dsp:txXfrm>
        <a:off x="5565028" y="2905317"/>
        <a:ext cx="2022288" cy="1213373"/>
      </dsp:txXfrm>
    </dsp:sp>
    <dsp:sp modelId="{29A78C7D-1882-4685-A3F6-11D95808B4AF}">
      <dsp:nvSpPr>
        <dsp:cNvPr id="0" name=""/>
        <dsp:cNvSpPr/>
      </dsp:nvSpPr>
      <dsp:spPr>
        <a:xfrm>
          <a:off x="7789546" y="2905317"/>
          <a:ext cx="2022288" cy="121337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HOW TO LEARN IDEAS FROM TEXTBOOKS</a:t>
          </a:r>
          <a:endParaRPr lang="en-US" sz="1500" kern="1200" dirty="0"/>
        </a:p>
      </dsp:txBody>
      <dsp:txXfrm>
        <a:off x="7789546" y="2905317"/>
        <a:ext cx="2022288" cy="121337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5C6774-3756-4D43-B1BA-8D76346120E7}" type="datetimeFigureOut">
              <a:rPr lang="en-US" smtClean="0"/>
              <a:t>12/4/2023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E581DF-A9DE-45A0-AB7D-5E49726C5077}" type="slidenum">
              <a:rPr lang="en-US" smtClean="0"/>
              <a:t>‹#›</a:t>
            </a:fld>
            <a:endParaRPr lang="en-US" dirty="0"/>
          </a:p>
        </p:txBody>
      </p:sp>
    </p:spTree>
    <p:extLst>
      <p:ext uri="{BB962C8B-B14F-4D97-AF65-F5344CB8AC3E}">
        <p14:creationId xmlns:p14="http://schemas.microsoft.com/office/powerpoint/2010/main" val="4125100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92570-D1D0-95B1-5467-8958D9A383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5FAEF5-16E4-A78C-580F-EEE5C93B13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ECC9A5-7F17-03FA-ECDC-3A8864CD55D7}"/>
              </a:ext>
            </a:extLst>
          </p:cNvPr>
          <p:cNvSpPr>
            <a:spLocks noGrp="1"/>
          </p:cNvSpPr>
          <p:nvPr>
            <p:ph type="dt" sz="half" idx="10"/>
          </p:nvPr>
        </p:nvSpPr>
        <p:spPr/>
        <p:txBody>
          <a:bodyPr/>
          <a:lstStyle/>
          <a:p>
            <a:fld id="{04B566B9-5D75-4D5A-8E34-7EE9F2148845}" type="datetimeFigureOut">
              <a:rPr lang="en-US" smtClean="0"/>
              <a:t>12/4/2023</a:t>
            </a:fld>
            <a:endParaRPr lang="en-US" dirty="0"/>
          </a:p>
        </p:txBody>
      </p:sp>
      <p:sp>
        <p:nvSpPr>
          <p:cNvPr id="5" name="Footer Placeholder 4">
            <a:extLst>
              <a:ext uri="{FF2B5EF4-FFF2-40B4-BE49-F238E27FC236}">
                <a16:creationId xmlns:a16="http://schemas.microsoft.com/office/drawing/2014/main" id="{87C0726C-00F0-EB37-AD72-D7EF2AD6C1E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AFBDC0D-ED7F-B935-BC41-85D57C3F79E6}"/>
              </a:ext>
            </a:extLst>
          </p:cNvPr>
          <p:cNvSpPr>
            <a:spLocks noGrp="1"/>
          </p:cNvSpPr>
          <p:nvPr>
            <p:ph type="sldNum" sz="quarter" idx="12"/>
          </p:nvPr>
        </p:nvSpPr>
        <p:spPr/>
        <p:txBody>
          <a:bodyPr/>
          <a:lstStyle/>
          <a:p>
            <a:fld id="{0289D46C-BA99-466C-A17C-3F3ACAD33CF2}" type="slidenum">
              <a:rPr lang="en-US" smtClean="0"/>
              <a:t>‹#›</a:t>
            </a:fld>
            <a:endParaRPr lang="en-US" dirty="0"/>
          </a:p>
        </p:txBody>
      </p:sp>
    </p:spTree>
    <p:extLst>
      <p:ext uri="{BB962C8B-B14F-4D97-AF65-F5344CB8AC3E}">
        <p14:creationId xmlns:p14="http://schemas.microsoft.com/office/powerpoint/2010/main" val="3611945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1449F-06AC-C620-8BCE-8FEEBCC24A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F7FA17-E4B7-52F9-CBB8-34C587DB9E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7D9BC3-6926-4626-B75D-1AA6E930CAD5}"/>
              </a:ext>
            </a:extLst>
          </p:cNvPr>
          <p:cNvSpPr>
            <a:spLocks noGrp="1"/>
          </p:cNvSpPr>
          <p:nvPr>
            <p:ph type="dt" sz="half" idx="10"/>
          </p:nvPr>
        </p:nvSpPr>
        <p:spPr/>
        <p:txBody>
          <a:bodyPr/>
          <a:lstStyle/>
          <a:p>
            <a:fld id="{04B566B9-5D75-4D5A-8E34-7EE9F2148845}" type="datetimeFigureOut">
              <a:rPr lang="en-US" smtClean="0"/>
              <a:t>12/4/2023</a:t>
            </a:fld>
            <a:endParaRPr lang="en-US" dirty="0"/>
          </a:p>
        </p:txBody>
      </p:sp>
      <p:sp>
        <p:nvSpPr>
          <p:cNvPr id="5" name="Footer Placeholder 4">
            <a:extLst>
              <a:ext uri="{FF2B5EF4-FFF2-40B4-BE49-F238E27FC236}">
                <a16:creationId xmlns:a16="http://schemas.microsoft.com/office/drawing/2014/main" id="{4F3E73ED-5738-89C1-87F6-B94BC3BF0BD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3B23CFA-ABB6-16CB-95B0-BEDDFBEC34E2}"/>
              </a:ext>
            </a:extLst>
          </p:cNvPr>
          <p:cNvSpPr>
            <a:spLocks noGrp="1"/>
          </p:cNvSpPr>
          <p:nvPr>
            <p:ph type="sldNum" sz="quarter" idx="12"/>
          </p:nvPr>
        </p:nvSpPr>
        <p:spPr/>
        <p:txBody>
          <a:bodyPr/>
          <a:lstStyle/>
          <a:p>
            <a:fld id="{0289D46C-BA99-466C-A17C-3F3ACAD33CF2}" type="slidenum">
              <a:rPr lang="en-US" smtClean="0"/>
              <a:t>‹#›</a:t>
            </a:fld>
            <a:endParaRPr lang="en-US" dirty="0"/>
          </a:p>
        </p:txBody>
      </p:sp>
    </p:spTree>
    <p:extLst>
      <p:ext uri="{BB962C8B-B14F-4D97-AF65-F5344CB8AC3E}">
        <p14:creationId xmlns:p14="http://schemas.microsoft.com/office/powerpoint/2010/main" val="1129119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A73E9-2E3E-7726-6F54-6F1999B86A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01C361-582D-6F27-E45A-87F0420A16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337B54-53B5-6AE4-3B6C-C92C160D201D}"/>
              </a:ext>
            </a:extLst>
          </p:cNvPr>
          <p:cNvSpPr>
            <a:spLocks noGrp="1"/>
          </p:cNvSpPr>
          <p:nvPr>
            <p:ph type="dt" sz="half" idx="10"/>
          </p:nvPr>
        </p:nvSpPr>
        <p:spPr/>
        <p:txBody>
          <a:bodyPr/>
          <a:lstStyle/>
          <a:p>
            <a:fld id="{04B566B9-5D75-4D5A-8E34-7EE9F2148845}" type="datetimeFigureOut">
              <a:rPr lang="en-US" smtClean="0"/>
              <a:t>12/4/2023</a:t>
            </a:fld>
            <a:endParaRPr lang="en-US" dirty="0"/>
          </a:p>
        </p:txBody>
      </p:sp>
      <p:sp>
        <p:nvSpPr>
          <p:cNvPr id="5" name="Footer Placeholder 4">
            <a:extLst>
              <a:ext uri="{FF2B5EF4-FFF2-40B4-BE49-F238E27FC236}">
                <a16:creationId xmlns:a16="http://schemas.microsoft.com/office/drawing/2014/main" id="{34ABBC67-4285-D524-8B89-FCD09536259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907E3-3188-69AC-DA04-677216B9E9F5}"/>
              </a:ext>
            </a:extLst>
          </p:cNvPr>
          <p:cNvSpPr>
            <a:spLocks noGrp="1"/>
          </p:cNvSpPr>
          <p:nvPr>
            <p:ph type="sldNum" sz="quarter" idx="12"/>
          </p:nvPr>
        </p:nvSpPr>
        <p:spPr/>
        <p:txBody>
          <a:bodyPr/>
          <a:lstStyle/>
          <a:p>
            <a:fld id="{0289D46C-BA99-466C-A17C-3F3ACAD33CF2}" type="slidenum">
              <a:rPr lang="en-US" smtClean="0"/>
              <a:t>‹#›</a:t>
            </a:fld>
            <a:endParaRPr lang="en-US" dirty="0"/>
          </a:p>
        </p:txBody>
      </p:sp>
    </p:spTree>
    <p:extLst>
      <p:ext uri="{BB962C8B-B14F-4D97-AF65-F5344CB8AC3E}">
        <p14:creationId xmlns:p14="http://schemas.microsoft.com/office/powerpoint/2010/main" val="2543038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27C2C-3FB6-2DAB-6A49-07BE6DCC0D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053950-6BFE-15B9-757B-E6D2F02433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4C8ABE-5479-14E8-5EBF-B0C9AF80B4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02A5C8-EC87-2F49-0552-CD811A271E9A}"/>
              </a:ext>
            </a:extLst>
          </p:cNvPr>
          <p:cNvSpPr>
            <a:spLocks noGrp="1"/>
          </p:cNvSpPr>
          <p:nvPr>
            <p:ph type="dt" sz="half" idx="10"/>
          </p:nvPr>
        </p:nvSpPr>
        <p:spPr/>
        <p:txBody>
          <a:bodyPr/>
          <a:lstStyle/>
          <a:p>
            <a:fld id="{04B566B9-5D75-4D5A-8E34-7EE9F2148845}" type="datetimeFigureOut">
              <a:rPr lang="en-US" smtClean="0"/>
              <a:t>12/4/2023</a:t>
            </a:fld>
            <a:endParaRPr lang="en-US" dirty="0"/>
          </a:p>
        </p:txBody>
      </p:sp>
      <p:sp>
        <p:nvSpPr>
          <p:cNvPr id="6" name="Footer Placeholder 5">
            <a:extLst>
              <a:ext uri="{FF2B5EF4-FFF2-40B4-BE49-F238E27FC236}">
                <a16:creationId xmlns:a16="http://schemas.microsoft.com/office/drawing/2014/main" id="{E503BA52-C377-46E1-03AB-8E6FC20F8D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81CA1FB-62EC-B69C-8FDA-A3D01A493C20}"/>
              </a:ext>
            </a:extLst>
          </p:cNvPr>
          <p:cNvSpPr>
            <a:spLocks noGrp="1"/>
          </p:cNvSpPr>
          <p:nvPr>
            <p:ph type="sldNum" sz="quarter" idx="12"/>
          </p:nvPr>
        </p:nvSpPr>
        <p:spPr/>
        <p:txBody>
          <a:bodyPr/>
          <a:lstStyle/>
          <a:p>
            <a:fld id="{0289D46C-BA99-466C-A17C-3F3ACAD33CF2}" type="slidenum">
              <a:rPr lang="en-US" smtClean="0"/>
              <a:t>‹#›</a:t>
            </a:fld>
            <a:endParaRPr lang="en-US" dirty="0"/>
          </a:p>
        </p:txBody>
      </p:sp>
    </p:spTree>
    <p:extLst>
      <p:ext uri="{BB962C8B-B14F-4D97-AF65-F5344CB8AC3E}">
        <p14:creationId xmlns:p14="http://schemas.microsoft.com/office/powerpoint/2010/main" val="1343254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3E91-6951-E6D9-C560-9E2F32C974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7EB59F-8CF8-A68F-9FC3-7326067E95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51B693-A489-B862-8D70-5D238BD5BB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FFD71A-C8CF-B857-EEF0-04739FA35F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032DD2-C450-A672-F3D5-CBDFB84A43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0BA89A-4395-301D-2B9A-AC2374384771}"/>
              </a:ext>
            </a:extLst>
          </p:cNvPr>
          <p:cNvSpPr>
            <a:spLocks noGrp="1"/>
          </p:cNvSpPr>
          <p:nvPr>
            <p:ph type="dt" sz="half" idx="10"/>
          </p:nvPr>
        </p:nvSpPr>
        <p:spPr/>
        <p:txBody>
          <a:bodyPr/>
          <a:lstStyle/>
          <a:p>
            <a:fld id="{04B566B9-5D75-4D5A-8E34-7EE9F2148845}" type="datetimeFigureOut">
              <a:rPr lang="en-US" smtClean="0"/>
              <a:t>12/4/2023</a:t>
            </a:fld>
            <a:endParaRPr lang="en-US" dirty="0"/>
          </a:p>
        </p:txBody>
      </p:sp>
      <p:sp>
        <p:nvSpPr>
          <p:cNvPr id="8" name="Footer Placeholder 7">
            <a:extLst>
              <a:ext uri="{FF2B5EF4-FFF2-40B4-BE49-F238E27FC236}">
                <a16:creationId xmlns:a16="http://schemas.microsoft.com/office/drawing/2014/main" id="{A2161E90-CACE-971B-978C-5C289582981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64FE461-F60D-747E-3711-3C721D53FC6B}"/>
              </a:ext>
            </a:extLst>
          </p:cNvPr>
          <p:cNvSpPr>
            <a:spLocks noGrp="1"/>
          </p:cNvSpPr>
          <p:nvPr>
            <p:ph type="sldNum" sz="quarter" idx="12"/>
          </p:nvPr>
        </p:nvSpPr>
        <p:spPr/>
        <p:txBody>
          <a:bodyPr/>
          <a:lstStyle/>
          <a:p>
            <a:fld id="{0289D46C-BA99-466C-A17C-3F3ACAD33CF2}" type="slidenum">
              <a:rPr lang="en-US" smtClean="0"/>
              <a:t>‹#›</a:t>
            </a:fld>
            <a:endParaRPr lang="en-US" dirty="0"/>
          </a:p>
        </p:txBody>
      </p:sp>
    </p:spTree>
    <p:extLst>
      <p:ext uri="{BB962C8B-B14F-4D97-AF65-F5344CB8AC3E}">
        <p14:creationId xmlns:p14="http://schemas.microsoft.com/office/powerpoint/2010/main" val="3671361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3AE6A-24CF-7909-2409-090F7D2EAC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D930C7-8C5E-58E1-7234-B83EA4231CE7}"/>
              </a:ext>
            </a:extLst>
          </p:cNvPr>
          <p:cNvSpPr>
            <a:spLocks noGrp="1"/>
          </p:cNvSpPr>
          <p:nvPr>
            <p:ph type="dt" sz="half" idx="10"/>
          </p:nvPr>
        </p:nvSpPr>
        <p:spPr/>
        <p:txBody>
          <a:bodyPr/>
          <a:lstStyle/>
          <a:p>
            <a:fld id="{04B566B9-5D75-4D5A-8E34-7EE9F2148845}" type="datetimeFigureOut">
              <a:rPr lang="en-US" smtClean="0"/>
              <a:t>12/4/2023</a:t>
            </a:fld>
            <a:endParaRPr lang="en-US" dirty="0"/>
          </a:p>
        </p:txBody>
      </p:sp>
      <p:sp>
        <p:nvSpPr>
          <p:cNvPr id="4" name="Footer Placeholder 3">
            <a:extLst>
              <a:ext uri="{FF2B5EF4-FFF2-40B4-BE49-F238E27FC236}">
                <a16:creationId xmlns:a16="http://schemas.microsoft.com/office/drawing/2014/main" id="{D086F179-5052-CB91-FFD8-B354AFA0B39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623343E-016F-D2D3-CDE9-1BE7FF3079DE}"/>
              </a:ext>
            </a:extLst>
          </p:cNvPr>
          <p:cNvSpPr>
            <a:spLocks noGrp="1"/>
          </p:cNvSpPr>
          <p:nvPr>
            <p:ph type="sldNum" sz="quarter" idx="12"/>
          </p:nvPr>
        </p:nvSpPr>
        <p:spPr/>
        <p:txBody>
          <a:bodyPr/>
          <a:lstStyle/>
          <a:p>
            <a:fld id="{0289D46C-BA99-466C-A17C-3F3ACAD33CF2}" type="slidenum">
              <a:rPr lang="en-US" smtClean="0"/>
              <a:t>‹#›</a:t>
            </a:fld>
            <a:endParaRPr lang="en-US" dirty="0"/>
          </a:p>
        </p:txBody>
      </p:sp>
    </p:spTree>
    <p:extLst>
      <p:ext uri="{BB962C8B-B14F-4D97-AF65-F5344CB8AC3E}">
        <p14:creationId xmlns:p14="http://schemas.microsoft.com/office/powerpoint/2010/main" val="573908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6DEB41-11E8-965F-E8AB-54F66C730213}"/>
              </a:ext>
            </a:extLst>
          </p:cNvPr>
          <p:cNvSpPr>
            <a:spLocks noGrp="1"/>
          </p:cNvSpPr>
          <p:nvPr>
            <p:ph type="dt" sz="half" idx="10"/>
          </p:nvPr>
        </p:nvSpPr>
        <p:spPr/>
        <p:txBody>
          <a:bodyPr/>
          <a:lstStyle/>
          <a:p>
            <a:fld id="{04B566B9-5D75-4D5A-8E34-7EE9F2148845}" type="datetimeFigureOut">
              <a:rPr lang="en-US" smtClean="0"/>
              <a:t>12/4/2023</a:t>
            </a:fld>
            <a:endParaRPr lang="en-US" dirty="0"/>
          </a:p>
        </p:txBody>
      </p:sp>
      <p:sp>
        <p:nvSpPr>
          <p:cNvPr id="3" name="Footer Placeholder 2">
            <a:extLst>
              <a:ext uri="{FF2B5EF4-FFF2-40B4-BE49-F238E27FC236}">
                <a16:creationId xmlns:a16="http://schemas.microsoft.com/office/drawing/2014/main" id="{BF98A4C0-6C7B-6E44-4705-CC66CA32822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2E2CF6F-406E-4EA4-D7A5-D383F57867E5}"/>
              </a:ext>
            </a:extLst>
          </p:cNvPr>
          <p:cNvSpPr>
            <a:spLocks noGrp="1"/>
          </p:cNvSpPr>
          <p:nvPr>
            <p:ph type="sldNum" sz="quarter" idx="12"/>
          </p:nvPr>
        </p:nvSpPr>
        <p:spPr/>
        <p:txBody>
          <a:bodyPr/>
          <a:lstStyle/>
          <a:p>
            <a:fld id="{0289D46C-BA99-466C-A17C-3F3ACAD33CF2}" type="slidenum">
              <a:rPr lang="en-US" smtClean="0"/>
              <a:t>‹#›</a:t>
            </a:fld>
            <a:endParaRPr lang="en-US" dirty="0"/>
          </a:p>
        </p:txBody>
      </p:sp>
    </p:spTree>
    <p:extLst>
      <p:ext uri="{BB962C8B-B14F-4D97-AF65-F5344CB8AC3E}">
        <p14:creationId xmlns:p14="http://schemas.microsoft.com/office/powerpoint/2010/main" val="1412478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CF802-DE39-DF45-3179-A6836E2DAC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58E86F-EFFC-3166-095A-DD04C04A66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46566E-B83F-34FF-5351-342B464FB2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ED4A6-F66B-045E-07BE-0D7BB1BD4FB5}"/>
              </a:ext>
            </a:extLst>
          </p:cNvPr>
          <p:cNvSpPr>
            <a:spLocks noGrp="1"/>
          </p:cNvSpPr>
          <p:nvPr>
            <p:ph type="dt" sz="half" idx="10"/>
          </p:nvPr>
        </p:nvSpPr>
        <p:spPr/>
        <p:txBody>
          <a:bodyPr/>
          <a:lstStyle/>
          <a:p>
            <a:fld id="{04B566B9-5D75-4D5A-8E34-7EE9F2148845}" type="datetimeFigureOut">
              <a:rPr lang="en-US" smtClean="0"/>
              <a:t>12/4/2023</a:t>
            </a:fld>
            <a:endParaRPr lang="en-US" dirty="0"/>
          </a:p>
        </p:txBody>
      </p:sp>
      <p:sp>
        <p:nvSpPr>
          <p:cNvPr id="6" name="Footer Placeholder 5">
            <a:extLst>
              <a:ext uri="{FF2B5EF4-FFF2-40B4-BE49-F238E27FC236}">
                <a16:creationId xmlns:a16="http://schemas.microsoft.com/office/drawing/2014/main" id="{6F5B0448-F2AC-7092-32B5-7BEBE4FC61A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934BD0E-18D7-ABDE-2224-751CACAC631A}"/>
              </a:ext>
            </a:extLst>
          </p:cNvPr>
          <p:cNvSpPr>
            <a:spLocks noGrp="1"/>
          </p:cNvSpPr>
          <p:nvPr>
            <p:ph type="sldNum" sz="quarter" idx="12"/>
          </p:nvPr>
        </p:nvSpPr>
        <p:spPr/>
        <p:txBody>
          <a:bodyPr/>
          <a:lstStyle/>
          <a:p>
            <a:fld id="{0289D46C-BA99-466C-A17C-3F3ACAD33CF2}" type="slidenum">
              <a:rPr lang="en-US" smtClean="0"/>
              <a:t>‹#›</a:t>
            </a:fld>
            <a:endParaRPr lang="en-US" dirty="0"/>
          </a:p>
        </p:txBody>
      </p:sp>
    </p:spTree>
    <p:extLst>
      <p:ext uri="{BB962C8B-B14F-4D97-AF65-F5344CB8AC3E}">
        <p14:creationId xmlns:p14="http://schemas.microsoft.com/office/powerpoint/2010/main" val="3977975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10D53-1B2C-9EF5-5857-622391E7EF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D2FE69-617B-FA8B-9181-8D25A1D672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882B7B0-CA7E-B4BB-FFEE-1872666A3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F63AC4-5FF4-6067-B720-D1CA52C9314A}"/>
              </a:ext>
            </a:extLst>
          </p:cNvPr>
          <p:cNvSpPr>
            <a:spLocks noGrp="1"/>
          </p:cNvSpPr>
          <p:nvPr>
            <p:ph type="dt" sz="half" idx="10"/>
          </p:nvPr>
        </p:nvSpPr>
        <p:spPr/>
        <p:txBody>
          <a:bodyPr/>
          <a:lstStyle/>
          <a:p>
            <a:fld id="{04B566B9-5D75-4D5A-8E34-7EE9F2148845}" type="datetimeFigureOut">
              <a:rPr lang="en-US" smtClean="0"/>
              <a:t>12/4/2023</a:t>
            </a:fld>
            <a:endParaRPr lang="en-US" dirty="0"/>
          </a:p>
        </p:txBody>
      </p:sp>
      <p:sp>
        <p:nvSpPr>
          <p:cNvPr id="6" name="Footer Placeholder 5">
            <a:extLst>
              <a:ext uri="{FF2B5EF4-FFF2-40B4-BE49-F238E27FC236}">
                <a16:creationId xmlns:a16="http://schemas.microsoft.com/office/drawing/2014/main" id="{94A265EC-35A0-DC3E-7E6F-8C996DF1B4D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C36450F-699E-C0FC-7134-0827D6BD6FAB}"/>
              </a:ext>
            </a:extLst>
          </p:cNvPr>
          <p:cNvSpPr>
            <a:spLocks noGrp="1"/>
          </p:cNvSpPr>
          <p:nvPr>
            <p:ph type="sldNum" sz="quarter" idx="12"/>
          </p:nvPr>
        </p:nvSpPr>
        <p:spPr/>
        <p:txBody>
          <a:bodyPr/>
          <a:lstStyle/>
          <a:p>
            <a:fld id="{0289D46C-BA99-466C-A17C-3F3ACAD33CF2}" type="slidenum">
              <a:rPr lang="en-US" smtClean="0"/>
              <a:t>‹#›</a:t>
            </a:fld>
            <a:endParaRPr lang="en-US" dirty="0"/>
          </a:p>
        </p:txBody>
      </p:sp>
    </p:spTree>
    <p:extLst>
      <p:ext uri="{BB962C8B-B14F-4D97-AF65-F5344CB8AC3E}">
        <p14:creationId xmlns:p14="http://schemas.microsoft.com/office/powerpoint/2010/main" val="131401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24EBA-53A1-9C80-481D-EC52B1591B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84FFF1-D214-2F97-E712-1C1F08E1E2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8F1E9F-28B8-16F2-B076-88A65815C5D5}"/>
              </a:ext>
            </a:extLst>
          </p:cNvPr>
          <p:cNvSpPr>
            <a:spLocks noGrp="1"/>
          </p:cNvSpPr>
          <p:nvPr>
            <p:ph type="dt" sz="half" idx="10"/>
          </p:nvPr>
        </p:nvSpPr>
        <p:spPr/>
        <p:txBody>
          <a:bodyPr/>
          <a:lstStyle/>
          <a:p>
            <a:fld id="{04B566B9-5D75-4D5A-8E34-7EE9F2148845}" type="datetimeFigureOut">
              <a:rPr lang="en-US" smtClean="0"/>
              <a:t>12/4/2023</a:t>
            </a:fld>
            <a:endParaRPr lang="en-US" dirty="0"/>
          </a:p>
        </p:txBody>
      </p:sp>
      <p:sp>
        <p:nvSpPr>
          <p:cNvPr id="5" name="Footer Placeholder 4">
            <a:extLst>
              <a:ext uri="{FF2B5EF4-FFF2-40B4-BE49-F238E27FC236}">
                <a16:creationId xmlns:a16="http://schemas.microsoft.com/office/drawing/2014/main" id="{898E5EE9-A8A1-5618-CD07-734CB5342E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D39D599-727A-D743-BACA-DEB5031E943C}"/>
              </a:ext>
            </a:extLst>
          </p:cNvPr>
          <p:cNvSpPr>
            <a:spLocks noGrp="1"/>
          </p:cNvSpPr>
          <p:nvPr>
            <p:ph type="sldNum" sz="quarter" idx="12"/>
          </p:nvPr>
        </p:nvSpPr>
        <p:spPr/>
        <p:txBody>
          <a:bodyPr/>
          <a:lstStyle/>
          <a:p>
            <a:fld id="{0289D46C-BA99-466C-A17C-3F3ACAD33CF2}" type="slidenum">
              <a:rPr lang="en-US" smtClean="0"/>
              <a:t>‹#›</a:t>
            </a:fld>
            <a:endParaRPr lang="en-US" dirty="0"/>
          </a:p>
        </p:txBody>
      </p:sp>
    </p:spTree>
    <p:extLst>
      <p:ext uri="{BB962C8B-B14F-4D97-AF65-F5344CB8AC3E}">
        <p14:creationId xmlns:p14="http://schemas.microsoft.com/office/powerpoint/2010/main" val="2859227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F1862A-DA2A-C6EE-5E01-846FE2436B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2E419D-1223-1B46-3A64-1F0C2ABEDA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72F81D-1CC1-5C59-A1F7-2D0A38C3DD79}"/>
              </a:ext>
            </a:extLst>
          </p:cNvPr>
          <p:cNvSpPr>
            <a:spLocks noGrp="1"/>
          </p:cNvSpPr>
          <p:nvPr>
            <p:ph type="dt" sz="half" idx="10"/>
          </p:nvPr>
        </p:nvSpPr>
        <p:spPr/>
        <p:txBody>
          <a:bodyPr/>
          <a:lstStyle/>
          <a:p>
            <a:fld id="{04B566B9-5D75-4D5A-8E34-7EE9F2148845}" type="datetimeFigureOut">
              <a:rPr lang="en-US" smtClean="0"/>
              <a:t>12/4/2023</a:t>
            </a:fld>
            <a:endParaRPr lang="en-US" dirty="0"/>
          </a:p>
        </p:txBody>
      </p:sp>
      <p:sp>
        <p:nvSpPr>
          <p:cNvPr id="5" name="Footer Placeholder 4">
            <a:extLst>
              <a:ext uri="{FF2B5EF4-FFF2-40B4-BE49-F238E27FC236}">
                <a16:creationId xmlns:a16="http://schemas.microsoft.com/office/drawing/2014/main" id="{8560364D-7589-754F-8E65-271ECA0467E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3CFB563-42B5-5ED7-FA7C-2D6FE581DE1D}"/>
              </a:ext>
            </a:extLst>
          </p:cNvPr>
          <p:cNvSpPr>
            <a:spLocks noGrp="1"/>
          </p:cNvSpPr>
          <p:nvPr>
            <p:ph type="sldNum" sz="quarter" idx="12"/>
          </p:nvPr>
        </p:nvSpPr>
        <p:spPr/>
        <p:txBody>
          <a:bodyPr/>
          <a:lstStyle/>
          <a:p>
            <a:fld id="{0289D46C-BA99-466C-A17C-3F3ACAD33CF2}" type="slidenum">
              <a:rPr lang="en-US" smtClean="0"/>
              <a:t>‹#›</a:t>
            </a:fld>
            <a:endParaRPr lang="en-US" dirty="0"/>
          </a:p>
        </p:txBody>
      </p:sp>
    </p:spTree>
    <p:extLst>
      <p:ext uri="{BB962C8B-B14F-4D97-AF65-F5344CB8AC3E}">
        <p14:creationId xmlns:p14="http://schemas.microsoft.com/office/powerpoint/2010/main" val="2840117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2648BA-20F0-6147-E08F-73C2C59F7D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5B7818-AC64-12DD-F71A-5DA1C29B1E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992641-5D5E-4555-0FFB-1D72761CD5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B566B9-5D75-4D5A-8E34-7EE9F2148845}" type="datetimeFigureOut">
              <a:rPr lang="en-US" smtClean="0"/>
              <a:t>12/4/2023</a:t>
            </a:fld>
            <a:endParaRPr lang="en-US" dirty="0"/>
          </a:p>
        </p:txBody>
      </p:sp>
      <p:sp>
        <p:nvSpPr>
          <p:cNvPr id="5" name="Footer Placeholder 4">
            <a:extLst>
              <a:ext uri="{FF2B5EF4-FFF2-40B4-BE49-F238E27FC236}">
                <a16:creationId xmlns:a16="http://schemas.microsoft.com/office/drawing/2014/main" id="{45C2B0F8-661B-A2F2-2666-BD178D2001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8C1BF89F-ABF7-931C-1E12-6312160AD4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89D46C-BA99-466C-A17C-3F3ACAD33CF2}" type="slidenum">
              <a:rPr lang="en-US" smtClean="0"/>
              <a:t>‹#›</a:t>
            </a:fld>
            <a:endParaRPr lang="en-US" dirty="0"/>
          </a:p>
        </p:txBody>
      </p:sp>
    </p:spTree>
    <p:extLst>
      <p:ext uri="{BB962C8B-B14F-4D97-AF65-F5344CB8AC3E}">
        <p14:creationId xmlns:p14="http://schemas.microsoft.com/office/powerpoint/2010/main" val="26692611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Books on Shelf">
            <a:extLst>
              <a:ext uri="{FF2B5EF4-FFF2-40B4-BE49-F238E27FC236}">
                <a16:creationId xmlns:a16="http://schemas.microsoft.com/office/drawing/2014/main" id="{AA4DFCDD-FA10-682A-CFAB-29D00C3F3A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48" name="Freeform: Shape 47">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5EF7824A-E6C8-0510-BD67-E413D822B7FF}"/>
              </a:ext>
            </a:extLst>
          </p:cNvPr>
          <p:cNvSpPr>
            <a:spLocks noGrp="1"/>
          </p:cNvSpPr>
          <p:nvPr>
            <p:ph type="ctrTitle"/>
          </p:nvPr>
        </p:nvSpPr>
        <p:spPr>
          <a:xfrm>
            <a:off x="5622061" y="762538"/>
            <a:ext cx="5649349" cy="3199862"/>
          </a:xfrm>
        </p:spPr>
        <p:txBody>
          <a:bodyPr anchor="b">
            <a:normAutofit/>
          </a:bodyPr>
          <a:lstStyle/>
          <a:p>
            <a:pPr algn="l"/>
            <a:r>
              <a:rPr lang="en-US" sz="6600" dirty="0">
                <a:solidFill>
                  <a:srgbClr val="FFFFFF"/>
                </a:solidFill>
              </a:rPr>
              <a:t>HOW TO STUDY &amp; LEARN</a:t>
            </a:r>
          </a:p>
        </p:txBody>
      </p:sp>
      <p:sp>
        <p:nvSpPr>
          <p:cNvPr id="3" name="Subtitle 2">
            <a:extLst>
              <a:ext uri="{FF2B5EF4-FFF2-40B4-BE49-F238E27FC236}">
                <a16:creationId xmlns:a16="http://schemas.microsoft.com/office/drawing/2014/main" id="{16C24266-52DD-3FAF-51AD-3F10052CD65B}"/>
              </a:ext>
            </a:extLst>
          </p:cNvPr>
          <p:cNvSpPr>
            <a:spLocks noGrp="1"/>
          </p:cNvSpPr>
          <p:nvPr>
            <p:ph type="subTitle" idx="1"/>
          </p:nvPr>
        </p:nvSpPr>
        <p:spPr>
          <a:xfrm>
            <a:off x="5622061" y="4312561"/>
            <a:ext cx="5649349" cy="1687815"/>
          </a:xfrm>
        </p:spPr>
        <p:txBody>
          <a:bodyPr anchor="t">
            <a:normAutofit/>
          </a:bodyPr>
          <a:lstStyle/>
          <a:p>
            <a:pPr algn="l"/>
            <a:r>
              <a:rPr lang="en-US" dirty="0">
                <a:solidFill>
                  <a:srgbClr val="FFFFFF"/>
                </a:solidFill>
              </a:rPr>
              <a:t>A DISCIPLINE; USING CRITICAL THINKING CONCEPTS &amp; TOOLS</a:t>
            </a:r>
          </a:p>
        </p:txBody>
      </p:sp>
      <p:sp>
        <p:nvSpPr>
          <p:cNvPr id="50"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onnsiteX0" fmla="*/ 0 w 5303520"/>
              <a:gd name="connsiteY0" fmla="*/ 0 h 18288"/>
              <a:gd name="connsiteX1" fmla="*/ 556870 w 5303520"/>
              <a:gd name="connsiteY1" fmla="*/ 0 h 18288"/>
              <a:gd name="connsiteX2" fmla="*/ 1272845 w 5303520"/>
              <a:gd name="connsiteY2" fmla="*/ 0 h 18288"/>
              <a:gd name="connsiteX3" fmla="*/ 1882750 w 5303520"/>
              <a:gd name="connsiteY3" fmla="*/ 0 h 18288"/>
              <a:gd name="connsiteX4" fmla="*/ 2439619 w 5303520"/>
              <a:gd name="connsiteY4" fmla="*/ 0 h 18288"/>
              <a:gd name="connsiteX5" fmla="*/ 3155594 w 5303520"/>
              <a:gd name="connsiteY5" fmla="*/ 0 h 18288"/>
              <a:gd name="connsiteX6" fmla="*/ 3818534 w 5303520"/>
              <a:gd name="connsiteY6" fmla="*/ 0 h 18288"/>
              <a:gd name="connsiteX7" fmla="*/ 4481474 w 5303520"/>
              <a:gd name="connsiteY7" fmla="*/ 0 h 18288"/>
              <a:gd name="connsiteX8" fmla="*/ 5303520 w 5303520"/>
              <a:gd name="connsiteY8" fmla="*/ 0 h 18288"/>
              <a:gd name="connsiteX9" fmla="*/ 5303520 w 5303520"/>
              <a:gd name="connsiteY9" fmla="*/ 18288 h 18288"/>
              <a:gd name="connsiteX10" fmla="*/ 4746650 w 5303520"/>
              <a:gd name="connsiteY10" fmla="*/ 18288 h 18288"/>
              <a:gd name="connsiteX11" fmla="*/ 4242816 w 5303520"/>
              <a:gd name="connsiteY11" fmla="*/ 18288 h 18288"/>
              <a:gd name="connsiteX12" fmla="*/ 3526841 w 5303520"/>
              <a:gd name="connsiteY12" fmla="*/ 18288 h 18288"/>
              <a:gd name="connsiteX13" fmla="*/ 2969971 w 5303520"/>
              <a:gd name="connsiteY13" fmla="*/ 18288 h 18288"/>
              <a:gd name="connsiteX14" fmla="*/ 2253996 w 5303520"/>
              <a:gd name="connsiteY14" fmla="*/ 18288 h 18288"/>
              <a:gd name="connsiteX15" fmla="*/ 1484986 w 5303520"/>
              <a:gd name="connsiteY15" fmla="*/ 18288 h 18288"/>
              <a:gd name="connsiteX16" fmla="*/ 875081 w 5303520"/>
              <a:gd name="connsiteY16" fmla="*/ 18288 h 18288"/>
              <a:gd name="connsiteX17" fmla="*/ 0 w 5303520"/>
              <a:gd name="connsiteY17" fmla="*/ 18288 h 18288"/>
              <a:gd name="connsiteX18" fmla="*/ 0 w 530352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34329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7CD8A6D8-F24E-679C-CB0A-41C0586ADBC4}"/>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rPr>
              <a:t>PART I: LAYING THE FOUNDATION</a:t>
            </a:r>
          </a:p>
        </p:txBody>
      </p:sp>
      <p:graphicFrame>
        <p:nvGraphicFramePr>
          <p:cNvPr id="51" name="Content Placeholder 4">
            <a:extLst>
              <a:ext uri="{FF2B5EF4-FFF2-40B4-BE49-F238E27FC236}">
                <a16:creationId xmlns:a16="http://schemas.microsoft.com/office/drawing/2014/main" id="{EBAFA022-A7F8-A3D5-A14C-10E3B62713A5}"/>
              </a:ext>
            </a:extLst>
          </p:cNvPr>
          <p:cNvGraphicFramePr>
            <a:graphicFrameLocks noGrp="1"/>
          </p:cNvGraphicFramePr>
          <p:nvPr>
            <p:ph idx="1"/>
            <p:extLst>
              <p:ext uri="{D42A27DB-BD31-4B8C-83A1-F6EECF244321}">
                <p14:modId xmlns:p14="http://schemas.microsoft.com/office/powerpoint/2010/main" val="183471373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3610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879B3-510B-2B42-BE94-C4981FE02079}"/>
              </a:ext>
            </a:extLst>
          </p:cNvPr>
          <p:cNvSpPr>
            <a:spLocks noGrp="1"/>
          </p:cNvSpPr>
          <p:nvPr>
            <p:ph type="title"/>
          </p:nvPr>
        </p:nvSpPr>
        <p:spPr>
          <a:xfrm>
            <a:off x="2097031" y="97654"/>
            <a:ext cx="8403454" cy="630314"/>
          </a:xfrm>
        </p:spPr>
        <p:txBody>
          <a:bodyPr>
            <a:normAutofit/>
          </a:bodyPr>
          <a:lstStyle/>
          <a:p>
            <a:pPr algn="ctr"/>
            <a:r>
              <a:rPr lang="en-US" sz="3600" b="1" dirty="0">
                <a:highlight>
                  <a:srgbClr val="FFFF00"/>
                </a:highlight>
                <a:latin typeface="Bahnschrift Condensed" panose="020B0502040204020203" pitchFamily="34" charset="0"/>
              </a:rPr>
              <a:t>18 IDEAS BECOMING A MASTER STUDENT</a:t>
            </a:r>
          </a:p>
        </p:txBody>
      </p:sp>
      <p:sp>
        <p:nvSpPr>
          <p:cNvPr id="3" name="Content Placeholder 2">
            <a:extLst>
              <a:ext uri="{FF2B5EF4-FFF2-40B4-BE49-F238E27FC236}">
                <a16:creationId xmlns:a16="http://schemas.microsoft.com/office/drawing/2014/main" id="{323AD7ED-CED7-2E1D-0132-079B3BFDBC25}"/>
              </a:ext>
            </a:extLst>
          </p:cNvPr>
          <p:cNvSpPr>
            <a:spLocks noGrp="1"/>
          </p:cNvSpPr>
          <p:nvPr>
            <p:ph sz="half" idx="1"/>
          </p:nvPr>
        </p:nvSpPr>
        <p:spPr>
          <a:xfrm>
            <a:off x="-1" y="727970"/>
            <a:ext cx="6096001" cy="6130030"/>
          </a:xfrm>
        </p:spPr>
        <p:txBody>
          <a:bodyPr>
            <a:normAutofit/>
          </a:bodyPr>
          <a:lstStyle/>
          <a:p>
            <a:pPr marL="457200" indent="-457200">
              <a:buFont typeface="+mj-lt"/>
              <a:buAutoNum type="arabicParenR"/>
            </a:pPr>
            <a:r>
              <a:rPr lang="en-US" sz="1600" dirty="0"/>
              <a:t>Ensure you thoroughly understand the requirements of each class, how it will be taught, and what will be expected of you. </a:t>
            </a:r>
          </a:p>
          <a:p>
            <a:pPr marL="457200" indent="-457200">
              <a:buFont typeface="+mj-lt"/>
              <a:buAutoNum type="arabicParenR"/>
            </a:pPr>
            <a:r>
              <a:rPr lang="en-US" sz="1600" dirty="0"/>
              <a:t>Become an active learner. Be prepared to work ideas into your thinking by active reading, writing, speaking, and listening.</a:t>
            </a:r>
          </a:p>
          <a:p>
            <a:pPr marL="457200" indent="-457200">
              <a:buFont typeface="+mj-lt"/>
              <a:buAutoNum type="arabicParenR"/>
            </a:pPr>
            <a:r>
              <a:rPr lang="en-US" sz="1600" dirty="0"/>
              <a:t>Think of each subject you study as a form of thinking. (If you are in history class, your goal should be to think historically; in a chemistry class to think chemically; etc.)</a:t>
            </a:r>
          </a:p>
          <a:p>
            <a:pPr marL="457200" indent="-457200">
              <a:buFont typeface="+mj-lt"/>
              <a:buAutoNum type="arabicParenR"/>
            </a:pPr>
            <a:r>
              <a:rPr lang="en-US" sz="1600" dirty="0"/>
              <a:t>Become a questioner. Engage yourself in lectures and discussions by asking questions. If you don’t ask question, you will probably not discover what you do and do not know.</a:t>
            </a:r>
          </a:p>
          <a:p>
            <a:pPr marL="457200" indent="-457200">
              <a:buFont typeface="+mj-lt"/>
              <a:buAutoNum type="arabicParenR"/>
            </a:pPr>
            <a:r>
              <a:rPr lang="en-US" sz="1600" dirty="0"/>
              <a:t>Look for interconnections. The content in every class is always a SYSTEM of interconnected ideas, never a random list of things to memorize. Don’t memorize like a parrot. Study like a detective, always, relating new learning to previous learning.</a:t>
            </a:r>
          </a:p>
          <a:p>
            <a:pPr marL="457200" indent="-457200">
              <a:buFont typeface="+mj-lt"/>
              <a:buAutoNum type="arabicParenR"/>
            </a:pPr>
            <a:r>
              <a:rPr lang="en-US" sz="1600" dirty="0"/>
              <a:t>Think of your instructor as you coach.</a:t>
            </a:r>
          </a:p>
          <a:p>
            <a:pPr marL="457200" indent="-457200">
              <a:buFont typeface="+mj-lt"/>
              <a:buAutoNum type="arabicParenR"/>
            </a:pPr>
            <a:r>
              <a:rPr lang="en-US" sz="1600" dirty="0"/>
              <a:t>Think about the textbook as the thinking of the author.</a:t>
            </a:r>
          </a:p>
          <a:p>
            <a:pPr marL="457200" indent="-457200">
              <a:buFont typeface="+mj-lt"/>
              <a:buAutoNum type="arabicParenR"/>
            </a:pPr>
            <a:r>
              <a:rPr lang="en-US" sz="1600" dirty="0"/>
              <a:t>Consider class time as a time in which you practice thinking (within the subject) using the fundament concepts and principles of the course.</a:t>
            </a:r>
          </a:p>
          <a:p>
            <a:pPr marL="457200" indent="-457200">
              <a:buFont typeface="+mj-lt"/>
              <a:buAutoNum type="arabicParenR"/>
            </a:pPr>
            <a:r>
              <a:rPr lang="en-US" sz="1600" dirty="0"/>
              <a:t>Relate content whenever possible to issues and problems and practical situations in your life. If you cannot connect it to life, you don’t know it.</a:t>
            </a:r>
          </a:p>
        </p:txBody>
      </p:sp>
      <p:sp>
        <p:nvSpPr>
          <p:cNvPr id="4" name="Content Placeholder 3">
            <a:extLst>
              <a:ext uri="{FF2B5EF4-FFF2-40B4-BE49-F238E27FC236}">
                <a16:creationId xmlns:a16="http://schemas.microsoft.com/office/drawing/2014/main" id="{F39E8160-8948-E9AF-2C31-AC86CC051AF1}"/>
              </a:ext>
            </a:extLst>
          </p:cNvPr>
          <p:cNvSpPr>
            <a:spLocks noGrp="1"/>
          </p:cNvSpPr>
          <p:nvPr>
            <p:ph sz="half" idx="2"/>
          </p:nvPr>
        </p:nvSpPr>
        <p:spPr>
          <a:xfrm>
            <a:off x="6096000" y="727969"/>
            <a:ext cx="6096000" cy="6130030"/>
          </a:xfrm>
        </p:spPr>
        <p:txBody>
          <a:bodyPr>
            <a:normAutofit/>
          </a:bodyPr>
          <a:lstStyle/>
          <a:p>
            <a:pPr marL="0" indent="0">
              <a:buNone/>
            </a:pPr>
            <a:r>
              <a:rPr lang="en-US" sz="1600" dirty="0"/>
              <a:t>10) Figure out what study and learning skills you are not good at. Practice those skills whenever possible. Recognizing and correcting your weaknesses is a strength.</a:t>
            </a:r>
          </a:p>
          <a:p>
            <a:pPr marL="0" indent="0">
              <a:buNone/>
            </a:pPr>
            <a:r>
              <a:rPr lang="en-US" sz="1600" dirty="0"/>
              <a:t>11) Frequently ask yourself: “Can I explain this to someone not in class?” (If not, then you haven’t learned it well enough.)</a:t>
            </a:r>
          </a:p>
          <a:p>
            <a:pPr marL="0" indent="0">
              <a:buNone/>
            </a:pPr>
            <a:r>
              <a:rPr lang="en-US" sz="1600" dirty="0"/>
              <a:t>12) Seek to find the key concept for the course during the first couple of class meetings. </a:t>
            </a:r>
          </a:p>
          <a:p>
            <a:pPr marL="0" indent="0">
              <a:buNone/>
            </a:pPr>
            <a:r>
              <a:rPr lang="en-US" sz="1600" dirty="0"/>
              <a:t>13) Routinely ask questions to fill in the missing pieces in your learning. Can you elaborate further on the matter or give an example.</a:t>
            </a:r>
          </a:p>
          <a:p>
            <a:pPr marL="0" indent="0">
              <a:buNone/>
            </a:pPr>
            <a:r>
              <a:rPr lang="en-US" sz="1600" dirty="0"/>
              <a:t>14) Test yourself before you come to class by trying to summarize. Orally, in writing, the main points of the previous class meeting. </a:t>
            </a:r>
          </a:p>
          <a:p>
            <a:pPr marL="0" indent="0">
              <a:buNone/>
            </a:pPr>
            <a:r>
              <a:rPr lang="en-US" sz="1600" dirty="0"/>
              <a:t>15) Learn to test your thinking using intellectual standards.</a:t>
            </a:r>
          </a:p>
          <a:p>
            <a:pPr marL="0" indent="0">
              <a:buNone/>
            </a:pPr>
            <a:r>
              <a:rPr lang="en-US" sz="1600" dirty="0"/>
              <a:t>16) Use writing as a way to learn by writing summaries in your own words of important points  from the textbook or other reading material. Make up test questions. Write out answers to your own questions.</a:t>
            </a:r>
          </a:p>
          <a:p>
            <a:pPr marL="0" indent="0">
              <a:buNone/>
            </a:pPr>
            <a:r>
              <a:rPr lang="en-US" sz="1600" dirty="0"/>
              <a:t>17) Frequently evaluate your listening. Are you actively listening of r main points? Can you summarize</a:t>
            </a:r>
          </a:p>
          <a:p>
            <a:pPr marL="0" indent="0">
              <a:buNone/>
            </a:pPr>
            <a:r>
              <a:rPr lang="en-US" sz="1600" dirty="0"/>
              <a:t>18) Frequently evaluate your reading.</a:t>
            </a:r>
          </a:p>
        </p:txBody>
      </p:sp>
    </p:spTree>
    <p:extLst>
      <p:ext uri="{BB962C8B-B14F-4D97-AF65-F5344CB8AC3E}">
        <p14:creationId xmlns:p14="http://schemas.microsoft.com/office/powerpoint/2010/main" val="3688504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F1A4E-945A-28D8-2767-1DA4EBE40E68}"/>
              </a:ext>
            </a:extLst>
          </p:cNvPr>
          <p:cNvSpPr>
            <a:spLocks noGrp="1"/>
          </p:cNvSpPr>
          <p:nvPr>
            <p:ph type="title"/>
          </p:nvPr>
        </p:nvSpPr>
        <p:spPr/>
        <p:txBody>
          <a:bodyPr>
            <a:normAutofit fontScale="90000"/>
          </a:bodyPr>
          <a:lstStyle/>
          <a:p>
            <a:r>
              <a:rPr lang="en-US" dirty="0">
                <a:highlight>
                  <a:srgbClr val="FFFF00"/>
                </a:highlight>
              </a:rPr>
              <a:t>THE PROBLEM:</a:t>
            </a:r>
            <a:r>
              <a:rPr lang="en-US" dirty="0"/>
              <a:t> NOT BEING ABLE TO THINK WITHIN THE DOMAIN OF FOCUS</a:t>
            </a:r>
          </a:p>
        </p:txBody>
      </p:sp>
      <p:sp>
        <p:nvSpPr>
          <p:cNvPr id="3" name="Content Placeholder 2">
            <a:extLst>
              <a:ext uri="{FF2B5EF4-FFF2-40B4-BE49-F238E27FC236}">
                <a16:creationId xmlns:a16="http://schemas.microsoft.com/office/drawing/2014/main" id="{47673988-1F5F-0DA2-3D93-352FBC20E24A}"/>
              </a:ext>
            </a:extLst>
          </p:cNvPr>
          <p:cNvSpPr>
            <a:spLocks noGrp="1"/>
          </p:cNvSpPr>
          <p:nvPr>
            <p:ph idx="1"/>
          </p:nvPr>
        </p:nvSpPr>
        <p:spPr>
          <a:xfrm>
            <a:off x="5547171" y="215068"/>
            <a:ext cx="6570847" cy="6478695"/>
          </a:xfrm>
        </p:spPr>
        <p:txBody>
          <a:bodyPr>
            <a:normAutofit/>
          </a:bodyPr>
          <a:lstStyle/>
          <a:p>
            <a:pPr marL="0" indent="0">
              <a:buNone/>
            </a:pPr>
            <a:r>
              <a:rPr lang="en-US" dirty="0"/>
              <a:t>THE SOLUTION: </a:t>
            </a:r>
            <a:r>
              <a:rPr lang="en-US" sz="2000" dirty="0"/>
              <a:t>TO STUDY WELL AND LEARN ANY SUBJECT IS TO LEARN HOW TO THINK WITH DISCIPLINE WITHIN THAT SUBJECT. IT IS TO LEARN TO THINK WITHIN ITS LOGIC, TO:</a:t>
            </a:r>
          </a:p>
          <a:p>
            <a:pPr>
              <a:buFont typeface="Wingdings" panose="05000000000000000000" pitchFamily="2" charset="2"/>
              <a:buChar char="§"/>
            </a:pPr>
            <a:r>
              <a:rPr lang="en-US" sz="1400" dirty="0"/>
              <a:t>RAISE VITAL QUESTIONS AND PROBLEMS WITHIN IT, FORMULATING THEM CLEARLY AND PRECISELY;</a:t>
            </a:r>
          </a:p>
          <a:p>
            <a:pPr>
              <a:buFont typeface="Wingdings" panose="05000000000000000000" pitchFamily="2" charset="2"/>
              <a:buChar char="§"/>
            </a:pPr>
            <a:r>
              <a:rPr lang="en-US" sz="1400" dirty="0"/>
              <a:t>GATHER AND ASSESS INFORMATION, USING IDEAS TO INTERPRET THAT INFORMATION INSIGHTFULLY;</a:t>
            </a:r>
          </a:p>
          <a:p>
            <a:pPr>
              <a:buFont typeface="Wingdings" panose="05000000000000000000" pitchFamily="2" charset="2"/>
              <a:buChar char="§"/>
            </a:pPr>
            <a:r>
              <a:rPr lang="en-US" sz="1400" dirty="0"/>
              <a:t>COME TO WELL-REASONED CONCLUSIONS AND SOLUTIONS, TESTING THEM AGAINST RELEVANT CRITERIA AND STANDARDS; </a:t>
            </a:r>
          </a:p>
          <a:p>
            <a:pPr>
              <a:buFont typeface="Wingdings" panose="05000000000000000000" pitchFamily="2" charset="2"/>
              <a:buChar char="§"/>
            </a:pPr>
            <a:r>
              <a:rPr lang="en-US" sz="1400" dirty="0"/>
              <a:t>ADOPT THE POINT OF VIEW OF THE DISCIPLINE, RECOGNIZING AND ASSESSING, AS NEED BE, ITS ASSUMPTIONS, IMPLICATIONS, AND PRACTICAL CONSEQENCES;</a:t>
            </a:r>
          </a:p>
          <a:p>
            <a:pPr>
              <a:buFont typeface="Wingdings" panose="05000000000000000000" pitchFamily="2" charset="2"/>
              <a:buChar char="§"/>
            </a:pPr>
            <a:r>
              <a:rPr lang="en-US" sz="1400" dirty="0"/>
              <a:t>COMMUNICATE EFFECTIVELY WITH OTHERS USING THE LANGUAGE OF THE DISCIPLINEAND THAT OF THE EDUCATED PUBLIC DISCOURSE; AND </a:t>
            </a:r>
          </a:p>
          <a:p>
            <a:pPr>
              <a:buFont typeface="Wingdings" panose="05000000000000000000" pitchFamily="2" charset="2"/>
              <a:buChar char="§"/>
            </a:pPr>
            <a:r>
              <a:rPr lang="en-US" sz="1400" dirty="0"/>
              <a:t>RELATE WHAT ONE IS LEARNING IN THE SUBJECT TO OTHER SUBJECTS AND TO WHAT IS SIGNIFICANT IN HUMAN LIFE.</a:t>
            </a:r>
          </a:p>
          <a:p>
            <a:pPr marL="0" indent="0">
              <a:buNone/>
            </a:pPr>
            <a:endParaRPr lang="en-US" sz="1600" dirty="0"/>
          </a:p>
          <a:p>
            <a:pPr marL="0" indent="0">
              <a:buNone/>
            </a:pPr>
            <a:r>
              <a:rPr lang="en-US" sz="1800" b="1" dirty="0"/>
              <a:t>TO BECOME A SKILLED LEARNER IS TO BECOME A SELF DIRECTED, SELF DISCIPLINED, SELF MONITORED, AND SELF CORRECTIVE THINKER, WHO HAS GIVEN ASSENT TO RIGOROUS STANDARDS OF THOUGHT AND MINDFUL COMMAND OF THEIR USE. SKILLED LEARNING OF A DISCIPLINE REQUIRES THAT ONE RESPECT ITS POWER AS WELL AS ITS LIMITATIONS.</a:t>
            </a:r>
          </a:p>
        </p:txBody>
      </p:sp>
      <p:sp>
        <p:nvSpPr>
          <p:cNvPr id="4" name="Text Placeholder 3">
            <a:extLst>
              <a:ext uri="{FF2B5EF4-FFF2-40B4-BE49-F238E27FC236}">
                <a16:creationId xmlns:a16="http://schemas.microsoft.com/office/drawing/2014/main" id="{71197F11-2D83-8686-E2A2-8C1D5BDC054B}"/>
              </a:ext>
            </a:extLst>
          </p:cNvPr>
          <p:cNvSpPr>
            <a:spLocks noGrp="1"/>
          </p:cNvSpPr>
          <p:nvPr>
            <p:ph type="body" sz="half" idx="2"/>
          </p:nvPr>
        </p:nvSpPr>
        <p:spPr/>
        <p:txBody>
          <a:bodyPr/>
          <a:lstStyle/>
          <a:p>
            <a:r>
              <a:rPr lang="en-US" dirty="0">
                <a:highlight>
                  <a:srgbClr val="00FF00"/>
                </a:highlight>
              </a:rPr>
              <a:t>A DEFINITION: </a:t>
            </a:r>
            <a:r>
              <a:rPr lang="en-US" dirty="0"/>
              <a:t>CRITICAL THINKING IS THE KIND OF THINKING – ABOUT ANY SUBJECT, CONTENT, OR DOMAIN – THAT IMPROVES ITSELF THROUGH ANALYSIS AND ASSESSMENT. ANALYSIS REQUIRES KNOWLEDGE OF THE ELEMENTS OF THOUGHT; ASSESSMENT REQUIRES KNOWLEDGE OF STANDARDS FOR THOUGHT.</a:t>
            </a:r>
          </a:p>
          <a:p>
            <a:endParaRPr lang="en-US" dirty="0"/>
          </a:p>
          <a:p>
            <a:r>
              <a:rPr lang="en-US" dirty="0">
                <a:highlight>
                  <a:srgbClr val="00FFFF"/>
                </a:highlight>
              </a:rPr>
              <a:t>ESSENTIAL IDEA: THE SKILLS OF CRITICAL THINKING ARE THE KEYS TO LEARNING EVERY SUBJECT.</a:t>
            </a:r>
          </a:p>
        </p:txBody>
      </p:sp>
    </p:spTree>
    <p:extLst>
      <p:ext uri="{BB962C8B-B14F-4D97-AF65-F5344CB8AC3E}">
        <p14:creationId xmlns:p14="http://schemas.microsoft.com/office/powerpoint/2010/main" val="2518252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89226-4BB2-A39B-0C16-661DEECECC32}"/>
              </a:ext>
            </a:extLst>
          </p:cNvPr>
          <p:cNvSpPr>
            <a:spLocks noGrp="1"/>
          </p:cNvSpPr>
          <p:nvPr>
            <p:ph type="title"/>
          </p:nvPr>
        </p:nvSpPr>
        <p:spPr>
          <a:xfrm>
            <a:off x="1900989" y="41107"/>
            <a:ext cx="7792452" cy="936710"/>
          </a:xfrm>
        </p:spPr>
        <p:txBody>
          <a:bodyPr/>
          <a:lstStyle/>
          <a:p>
            <a:pPr algn="ctr"/>
            <a:r>
              <a:rPr lang="en-US" dirty="0"/>
              <a:t>HOW TO LEARN WITH DISCIPLINE</a:t>
            </a:r>
          </a:p>
        </p:txBody>
      </p:sp>
      <p:sp>
        <p:nvSpPr>
          <p:cNvPr id="3" name="Content Placeholder 2">
            <a:extLst>
              <a:ext uri="{FF2B5EF4-FFF2-40B4-BE49-F238E27FC236}">
                <a16:creationId xmlns:a16="http://schemas.microsoft.com/office/drawing/2014/main" id="{D5BB2FBF-B861-F9FD-40FE-CEE11514FDD7}"/>
              </a:ext>
            </a:extLst>
          </p:cNvPr>
          <p:cNvSpPr>
            <a:spLocks noGrp="1"/>
          </p:cNvSpPr>
          <p:nvPr>
            <p:ph sz="half" idx="1"/>
          </p:nvPr>
        </p:nvSpPr>
        <p:spPr>
          <a:xfrm>
            <a:off x="84221" y="977817"/>
            <a:ext cx="5578642" cy="4351338"/>
          </a:xfrm>
        </p:spPr>
        <p:txBody>
          <a:bodyPr>
            <a:normAutofit/>
          </a:bodyPr>
          <a:lstStyle/>
          <a:p>
            <a:pPr>
              <a:buFont typeface="Wingdings" panose="05000000000000000000" pitchFamily="2" charset="2"/>
              <a:buChar char="§"/>
            </a:pPr>
            <a:r>
              <a:rPr lang="en-US" sz="1800" b="1" dirty="0"/>
              <a:t>WHEN LEARNING: LOOK FOR </a:t>
            </a:r>
            <a:r>
              <a:rPr lang="en-US" sz="1800" b="1" u="sng" dirty="0"/>
              <a:t>INTERRELATIONSHIPS</a:t>
            </a:r>
            <a:r>
              <a:rPr lang="en-US" sz="1800" b="1" dirty="0"/>
              <a:t>, </a:t>
            </a:r>
            <a:r>
              <a:rPr lang="en-US" sz="1600" dirty="0"/>
              <a:t>TRY TO CONNECT EVERYTHING TOGETHER. THINK OF LEARNING AS FIGURING OUT THE PARTS OF AN ORGANIZED AND INTELLIGIBLE SYSTEM (WITH EVERYTHING FITTING TOGETHER LIKE THE PARTS OF A JIG- SAW PUZZLE).</a:t>
            </a:r>
          </a:p>
          <a:p>
            <a:pPr>
              <a:buFont typeface="Wingdings" panose="05000000000000000000" pitchFamily="2" charset="2"/>
              <a:buChar char="§"/>
            </a:pPr>
            <a:r>
              <a:rPr lang="en-US" sz="1600" dirty="0"/>
              <a:t>EVERYTHING YOU LEARN IS RELATED TO EVERY OTHER THING YOU LEARN AND LEARNING THINGS IN RELATION TO EACH OTHER MAKES EVERTHING YOU LEARN MORE MEMORABLE, MORE INTELLIGIBLE, AND MORE USEFUL. UNDERSTANDING SCIENCE IS UNDERSTANDING THE “SYSTEM” THAT SCIENTIFIC THINKNING REPRESENTS. UNDERSTANDING GRAMMAR IS UNDERSTANDING THE SYSTEM THAT GRAMMATICAL THINKNING REPRESENTS. IN OTHER WORDS, THERE IS A LOGIC TO SCIENCE, A LOGIC TO GRAMMAR, A LOGIC TO EVERYTHING WHATSOEVERS! SCIENCE IS ABOUT SCIENTIFIC THINKING, GRAMMAR IS ABOUT GRAMMATICAL THIKNING, PSYCHOLOGY IS ABOUT PSYCHOLOGY THINKING, AN SO ON.</a:t>
            </a:r>
          </a:p>
          <a:p>
            <a:pPr>
              <a:buFont typeface="Wingdings" panose="05000000000000000000" pitchFamily="2" charset="2"/>
              <a:buChar char="§"/>
            </a:pPr>
            <a:endParaRPr lang="en-US" sz="2000" b="1" dirty="0"/>
          </a:p>
        </p:txBody>
      </p:sp>
      <p:sp>
        <p:nvSpPr>
          <p:cNvPr id="4" name="Content Placeholder 3">
            <a:extLst>
              <a:ext uri="{FF2B5EF4-FFF2-40B4-BE49-F238E27FC236}">
                <a16:creationId xmlns:a16="http://schemas.microsoft.com/office/drawing/2014/main" id="{F716DADF-3AA0-5A1D-2C6C-E3D6BB8D9041}"/>
              </a:ext>
            </a:extLst>
          </p:cNvPr>
          <p:cNvSpPr>
            <a:spLocks noGrp="1"/>
          </p:cNvSpPr>
          <p:nvPr>
            <p:ph sz="half" idx="2"/>
          </p:nvPr>
        </p:nvSpPr>
        <p:spPr>
          <a:xfrm>
            <a:off x="5797214" y="977817"/>
            <a:ext cx="6154153" cy="4351338"/>
          </a:xfrm>
        </p:spPr>
        <p:txBody>
          <a:bodyPr>
            <a:normAutofit/>
          </a:bodyPr>
          <a:lstStyle/>
          <a:p>
            <a:pPr>
              <a:buFont typeface="Wingdings" panose="05000000000000000000" pitchFamily="2" charset="2"/>
              <a:buChar char="§"/>
            </a:pPr>
            <a:r>
              <a:rPr lang="en-US" sz="1600" b="1" dirty="0"/>
              <a:t>ALL “CONTENT” IS LOGICALLY INTERDEPENT. </a:t>
            </a:r>
            <a:r>
              <a:rPr lang="en-US" sz="1600" dirty="0"/>
              <a:t>TO UNDERSTAND ONE PART OF SOME CONTENT REQUIRES THAT YOU FIGURE OUT ITS RELATION TO OTHER PARTS OF THAT CONTENT. FOR EXAMPLE,  YOU UNDERSTAND WHAT A SCIENTIFIC THEORY IS. YOU UNDERSTAND WHAT A SCIENTIFIC HYPOTHESIS IS. YOU UNDERSTAND WHAT A SCIENTIFIC HYPOTHESIS IS ONLY WHEN YOU UNDERSTAND WHAT A SCIENTIFIC WHAT A SCIENTIFIC PREDICTION IS ONLY WHEN YOU UNDERSTAND WHAT IT IS TO SCIENTIFICALLY TEST A VIEW. YOU UNDERSTAND WHAT IT IS TO </a:t>
            </a:r>
            <a:endParaRPr lang="en-US" sz="1600" b="1" dirty="0"/>
          </a:p>
        </p:txBody>
      </p:sp>
    </p:spTree>
    <p:extLst>
      <p:ext uri="{BB962C8B-B14F-4D97-AF65-F5344CB8AC3E}">
        <p14:creationId xmlns:p14="http://schemas.microsoft.com/office/powerpoint/2010/main" val="882917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266BF1-CFEF-7468-7321-7684EE698351}"/>
              </a:ext>
            </a:extLst>
          </p:cNvPr>
          <p:cNvSpPr txBox="1"/>
          <p:nvPr/>
        </p:nvSpPr>
        <p:spPr>
          <a:xfrm>
            <a:off x="60663" y="2543573"/>
            <a:ext cx="12070674" cy="1938992"/>
          </a:xfrm>
          <a:prstGeom prst="rect">
            <a:avLst/>
          </a:prstGeom>
          <a:noFill/>
        </p:spPr>
        <p:txBody>
          <a:bodyPr wrap="square" rtlCol="0">
            <a:spAutoFit/>
          </a:bodyPr>
          <a:lstStyle/>
          <a:p>
            <a:pPr algn="ctr"/>
            <a:r>
              <a:rPr lang="en-US" sz="4000" dirty="0">
                <a:effectLst>
                  <a:outerShdw blurRad="38100" dist="38100" dir="2700000" algn="tl">
                    <a:srgbClr val="000000">
                      <a:alpha val="43137"/>
                    </a:srgbClr>
                  </a:outerShdw>
                </a:effectLst>
                <a:latin typeface="Agency FB" panose="020B0503020202020204" pitchFamily="34" charset="0"/>
              </a:rPr>
              <a:t>WHEN LEARNING ANY CONCEPT, IDEA, LAW, THEORY, OR PRINCIPLE ASK YOURSELF: TO WHAT OTHER CONCEPTS, IDEAS, LAWS, THEORIES, OR PRINCIPLES IS THIS CONNECTED?</a:t>
            </a:r>
          </a:p>
        </p:txBody>
      </p:sp>
    </p:spTree>
    <p:extLst>
      <p:ext uri="{BB962C8B-B14F-4D97-AF65-F5344CB8AC3E}">
        <p14:creationId xmlns:p14="http://schemas.microsoft.com/office/powerpoint/2010/main" val="494100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E75B1-86B1-89F2-84FC-40E9F928ED4D}"/>
              </a:ext>
            </a:extLst>
          </p:cNvPr>
          <p:cNvSpPr>
            <a:spLocks noGrp="1"/>
          </p:cNvSpPr>
          <p:nvPr>
            <p:ph type="title"/>
          </p:nvPr>
        </p:nvSpPr>
        <p:spPr/>
        <p:txBody>
          <a:bodyPr/>
          <a:lstStyle/>
          <a:p>
            <a:r>
              <a:rPr lang="en-US" dirty="0"/>
              <a:t>HOW TO IDENTIFY AN UNDERLYING IDEA FOR THE SUBJECTS YOU STUDY</a:t>
            </a:r>
          </a:p>
        </p:txBody>
      </p:sp>
      <p:sp>
        <p:nvSpPr>
          <p:cNvPr id="3" name="Content Placeholder 2">
            <a:extLst>
              <a:ext uri="{FF2B5EF4-FFF2-40B4-BE49-F238E27FC236}">
                <a16:creationId xmlns:a16="http://schemas.microsoft.com/office/drawing/2014/main" id="{00E02B8A-D61B-C3A8-9B15-B75CE18AEE29}"/>
              </a:ext>
            </a:extLst>
          </p:cNvPr>
          <p:cNvSpPr>
            <a:spLocks noGrp="1"/>
          </p:cNvSpPr>
          <p:nvPr>
            <p:ph idx="1"/>
          </p:nvPr>
        </p:nvSpPr>
        <p:spPr>
          <a:xfrm>
            <a:off x="-1" y="1825625"/>
            <a:ext cx="12192001" cy="4351338"/>
          </a:xfrm>
        </p:spPr>
        <p:txBody>
          <a:bodyPr/>
          <a:lstStyle/>
          <a:p>
            <a:r>
              <a:rPr lang="en-US" dirty="0"/>
              <a:t>VIRTUALLY ALL COURSE HAVE SOME INHERENT UNITY WHICH, WHEN UNDERSTOOD, TIES ALL THE LEARNING OF THE COURSE TOGETHER (LIKE A TAPESTRY). THIS UNITY IS TYPICALLY FOUND IN FOUNDATIONAL IDEAS THAT DEFINE THE SUBJECT AND ITS GOALS. </a:t>
            </a:r>
          </a:p>
        </p:txBody>
      </p:sp>
    </p:spTree>
    <p:extLst>
      <p:ext uri="{BB962C8B-B14F-4D97-AF65-F5344CB8AC3E}">
        <p14:creationId xmlns:p14="http://schemas.microsoft.com/office/powerpoint/2010/main" val="3010532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604685-9899-960D-6F51-B2B98B456814}"/>
              </a:ext>
            </a:extLst>
          </p:cNvPr>
          <p:cNvSpPr txBox="1"/>
          <p:nvPr/>
        </p:nvSpPr>
        <p:spPr>
          <a:xfrm>
            <a:off x="56224" y="1233997"/>
            <a:ext cx="12135776" cy="5355312"/>
          </a:xfrm>
          <a:prstGeom prst="rect">
            <a:avLst/>
          </a:prstGeom>
          <a:noFill/>
        </p:spPr>
        <p:txBody>
          <a:bodyPr wrap="square" rtlCol="0">
            <a:spAutoFit/>
          </a:bodyPr>
          <a:lstStyle/>
          <a:p>
            <a:pPr marL="285750" indent="-285750">
              <a:buFont typeface="Arial" panose="020B0604020202020204" pitchFamily="34" charset="0"/>
              <a:buChar char="•"/>
            </a:pPr>
            <a:r>
              <a:rPr lang="en-US" b="1" dirty="0"/>
              <a:t>Mathematics: </a:t>
            </a:r>
            <a:r>
              <a:rPr lang="en-US" dirty="0"/>
              <a:t>as learning to think quantitatively</a:t>
            </a:r>
          </a:p>
          <a:p>
            <a:pPr marL="285750" indent="-285750">
              <a:buFont typeface="Arial" panose="020B0604020202020204" pitchFamily="34" charset="0"/>
              <a:buChar char="•"/>
            </a:pPr>
            <a:r>
              <a:rPr lang="en-US" b="1" dirty="0"/>
              <a:t>Economics:</a:t>
            </a:r>
            <a:r>
              <a:rPr lang="en-US" dirty="0"/>
              <a:t> as the study of “who gets what, when, and how”</a:t>
            </a:r>
          </a:p>
          <a:p>
            <a:pPr marL="285750" indent="-285750">
              <a:buFont typeface="Arial" panose="020B0604020202020204" pitchFamily="34" charset="0"/>
              <a:buChar char="•"/>
            </a:pPr>
            <a:r>
              <a:rPr lang="en-US" b="1" dirty="0"/>
              <a:t>Algebra:</a:t>
            </a:r>
            <a:r>
              <a:rPr lang="en-US" dirty="0"/>
              <a:t> as arithmetic with unknowns</a:t>
            </a:r>
          </a:p>
          <a:p>
            <a:pPr marL="285750" indent="-285750">
              <a:buFont typeface="Arial" panose="020B0604020202020204" pitchFamily="34" charset="0"/>
              <a:buChar char="•"/>
            </a:pPr>
            <a:r>
              <a:rPr lang="en-US" b="1" dirty="0"/>
              <a:t>Sociology: </a:t>
            </a:r>
            <a:r>
              <a:rPr lang="en-US" dirty="0"/>
              <a:t>as the study of human conformity to group norms</a:t>
            </a:r>
          </a:p>
          <a:p>
            <a:pPr marL="285750" indent="-285750">
              <a:buFont typeface="Arial" panose="020B0604020202020204" pitchFamily="34" charset="0"/>
              <a:buChar char="•"/>
            </a:pPr>
            <a:r>
              <a:rPr lang="en-US" b="1" dirty="0"/>
              <a:t>Anthropology: </a:t>
            </a:r>
            <a:r>
              <a:rPr lang="en-US" dirty="0"/>
              <a:t>as the physical and historical study of humans in light of their evolution from non-cultural into cultural animals</a:t>
            </a:r>
          </a:p>
          <a:p>
            <a:pPr marL="285750" indent="-285750">
              <a:buFont typeface="Arial" panose="020B0604020202020204" pitchFamily="34" charset="0"/>
              <a:buChar char="•"/>
            </a:pPr>
            <a:r>
              <a:rPr lang="en-US" b="1" dirty="0"/>
              <a:t>Physics:</a:t>
            </a:r>
            <a:r>
              <a:rPr lang="en-US" dirty="0"/>
              <a:t> as the study of mass and energy and their interaction</a:t>
            </a:r>
          </a:p>
          <a:p>
            <a:pPr marL="285750" indent="-285750">
              <a:buFont typeface="Arial" panose="020B0604020202020204" pitchFamily="34" charset="0"/>
              <a:buChar char="•"/>
            </a:pPr>
            <a:r>
              <a:rPr lang="en-US" b="1" dirty="0"/>
              <a:t>Chemistry: </a:t>
            </a:r>
            <a:r>
              <a:rPr lang="en-US" dirty="0"/>
              <a:t>as the study of elementary substances and the manner in which they react with each other</a:t>
            </a:r>
          </a:p>
          <a:p>
            <a:pPr marL="285750" indent="-285750">
              <a:buFont typeface="Arial" panose="020B0604020202020204" pitchFamily="34" charset="0"/>
              <a:buChar char="•"/>
            </a:pPr>
            <a:r>
              <a:rPr lang="en-US" b="1" dirty="0"/>
              <a:t>Philosophy: </a:t>
            </a:r>
            <a:r>
              <a:rPr lang="en-US" dirty="0"/>
              <a:t>as the study of ultimate questions with a view to living an examined life</a:t>
            </a:r>
          </a:p>
          <a:p>
            <a:pPr marL="285750" indent="-285750">
              <a:buFont typeface="Arial" panose="020B0604020202020204" pitchFamily="34" charset="0"/>
              <a:buChar char="•"/>
            </a:pPr>
            <a:r>
              <a:rPr lang="en-US" b="1" dirty="0"/>
              <a:t>Biochemistry: </a:t>
            </a:r>
            <a:r>
              <a:rPr lang="en-US" dirty="0"/>
              <a:t>as the chemistry of life processes in plants and animals</a:t>
            </a:r>
          </a:p>
          <a:p>
            <a:pPr marL="285750" indent="-285750">
              <a:buFont typeface="Arial" panose="020B0604020202020204" pitchFamily="34" charset="0"/>
              <a:buChar char="•"/>
            </a:pPr>
            <a:r>
              <a:rPr lang="en-US" b="1" dirty="0"/>
              <a:t>Science: </a:t>
            </a:r>
            <a:r>
              <a:rPr lang="en-US" dirty="0"/>
              <a:t>as the attempt to attempt to learn through quantifiable observations and controlled experimentation</a:t>
            </a:r>
          </a:p>
          <a:p>
            <a:pPr marL="285750" indent="-285750">
              <a:buFont typeface="Arial" panose="020B0604020202020204" pitchFamily="34" charset="0"/>
              <a:buChar char="•"/>
            </a:pPr>
            <a:r>
              <a:rPr lang="en-US" b="1" dirty="0"/>
              <a:t>Theology: </a:t>
            </a:r>
            <a:r>
              <a:rPr lang="en-US" dirty="0"/>
              <a:t>as the study of theories of spiritual reality</a:t>
            </a:r>
          </a:p>
          <a:p>
            <a:pPr marL="285750" indent="-285750">
              <a:buFont typeface="Arial" panose="020B0604020202020204" pitchFamily="34" charset="0"/>
              <a:buChar char="•"/>
            </a:pPr>
            <a:r>
              <a:rPr lang="en-US" b="1" dirty="0"/>
              <a:t>Ethics: </a:t>
            </a:r>
            <a:r>
              <a:rPr lang="en-US" dirty="0"/>
              <a:t>as the study of principles to be used in contributing to the good of, and avoiding unnecessary harm to, humans and other sentient creatures.</a:t>
            </a:r>
          </a:p>
          <a:p>
            <a:pPr marL="285750" indent="-285750">
              <a:buFont typeface="Arial" panose="020B0604020202020204" pitchFamily="34" charset="0"/>
              <a:buChar char="•"/>
            </a:pPr>
            <a:r>
              <a:rPr lang="en-US" b="1" dirty="0"/>
              <a:t>Art: </a:t>
            </a:r>
            <a:r>
              <a:rPr lang="en-US" dirty="0"/>
              <a:t>as the application of skill and judgement to matters of taste and beauty (as in poetry, music, painting, dance, drama, sculpture, or architecture)</a:t>
            </a:r>
          </a:p>
          <a:p>
            <a:pPr marL="285750" indent="-285750">
              <a:buFont typeface="Arial" panose="020B0604020202020204" pitchFamily="34" charset="0"/>
              <a:buChar char="•"/>
            </a:pPr>
            <a:r>
              <a:rPr lang="en-US" b="1" dirty="0"/>
              <a:t>Professions: </a:t>
            </a:r>
            <a:r>
              <a:rPr lang="en-US" dirty="0"/>
              <a:t>as ways of earning a living through the skilled and artful use of knowledge in everyday life</a:t>
            </a:r>
          </a:p>
          <a:p>
            <a:pPr marL="285750" indent="-285750">
              <a:buFont typeface="Arial" panose="020B0604020202020204" pitchFamily="34" charset="0"/>
              <a:buChar char="•"/>
            </a:pPr>
            <a:endParaRPr lang="en-US" b="1" dirty="0"/>
          </a:p>
          <a:p>
            <a:r>
              <a:rPr lang="en-US" b="1" dirty="0"/>
              <a:t>ESSENTIAL IDEA: WHEN BEGINNING TO LEARN A SUBJECT, IT IS HELPFUL TO FORMULATE AN ORGANIZING IDEA TO GUIDE YOUR THINKING.</a:t>
            </a:r>
          </a:p>
        </p:txBody>
      </p:sp>
      <p:sp>
        <p:nvSpPr>
          <p:cNvPr id="3" name="TextBox 2">
            <a:extLst>
              <a:ext uri="{FF2B5EF4-FFF2-40B4-BE49-F238E27FC236}">
                <a16:creationId xmlns:a16="http://schemas.microsoft.com/office/drawing/2014/main" id="{26E72C8F-1AF0-51E3-015D-F8AABEBCFC3A}"/>
              </a:ext>
            </a:extLst>
          </p:cNvPr>
          <p:cNvSpPr txBox="1"/>
          <p:nvPr/>
        </p:nvSpPr>
        <p:spPr>
          <a:xfrm>
            <a:off x="3142695" y="129010"/>
            <a:ext cx="5663953" cy="646331"/>
          </a:xfrm>
          <a:prstGeom prst="rect">
            <a:avLst/>
          </a:prstGeom>
          <a:noFill/>
        </p:spPr>
        <p:txBody>
          <a:bodyPr wrap="square" rtlCol="0">
            <a:spAutoFit/>
          </a:bodyPr>
          <a:lstStyle/>
          <a:p>
            <a:pPr algn="ctr"/>
            <a:r>
              <a:rPr lang="en-US" sz="3600" dirty="0"/>
              <a:t>HOW TO (THINK):</a:t>
            </a:r>
          </a:p>
        </p:txBody>
      </p:sp>
      <p:pic>
        <p:nvPicPr>
          <p:cNvPr id="5" name="Graphic 4" descr="Brain in head outline">
            <a:extLst>
              <a:ext uri="{FF2B5EF4-FFF2-40B4-BE49-F238E27FC236}">
                <a16:creationId xmlns:a16="http://schemas.microsoft.com/office/drawing/2014/main" id="{F5284271-D01A-0C25-4D63-8F225FDC62F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10005134" y="268691"/>
            <a:ext cx="1370000" cy="1370000"/>
          </a:xfrm>
          <a:prstGeom prst="rect">
            <a:avLst/>
          </a:prstGeom>
        </p:spPr>
      </p:pic>
    </p:spTree>
    <p:extLst>
      <p:ext uri="{BB962C8B-B14F-4D97-AF65-F5344CB8AC3E}">
        <p14:creationId xmlns:p14="http://schemas.microsoft.com/office/powerpoint/2010/main" val="3877775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9D300-93E1-A831-EADD-24E8F6DD11DE}"/>
              </a:ext>
            </a:extLst>
          </p:cNvPr>
          <p:cNvSpPr>
            <a:spLocks noGrp="1"/>
          </p:cNvSpPr>
          <p:nvPr>
            <p:ph type="title"/>
          </p:nvPr>
        </p:nvSpPr>
        <p:spPr/>
        <p:txBody>
          <a:bodyPr/>
          <a:lstStyle/>
          <a:p>
            <a:r>
              <a:rPr lang="en-US" dirty="0"/>
              <a:t>UNDERSTANDING CONTENT THROUGH THE THINKING IT REQUIRES: </a:t>
            </a:r>
            <a:r>
              <a:rPr lang="en-US" sz="3200" dirty="0"/>
              <a:t>A KEY TO DEEP LEARNING</a:t>
            </a:r>
            <a:endParaRPr lang="en-US" dirty="0"/>
          </a:p>
        </p:txBody>
      </p:sp>
      <p:sp>
        <p:nvSpPr>
          <p:cNvPr id="3" name="Content Placeholder 2">
            <a:extLst>
              <a:ext uri="{FF2B5EF4-FFF2-40B4-BE49-F238E27FC236}">
                <a16:creationId xmlns:a16="http://schemas.microsoft.com/office/drawing/2014/main" id="{CDF86B22-BE2F-7F21-16E8-8F7AD39E6BF6}"/>
              </a:ext>
            </a:extLst>
          </p:cNvPr>
          <p:cNvSpPr>
            <a:spLocks noGrp="1"/>
          </p:cNvSpPr>
          <p:nvPr>
            <p:ph idx="1"/>
          </p:nvPr>
        </p:nvSpPr>
        <p:spPr>
          <a:xfrm>
            <a:off x="7949582" y="1907004"/>
            <a:ext cx="3707167" cy="4351338"/>
          </a:xfrm>
        </p:spPr>
        <p:txBody>
          <a:bodyPr>
            <a:normAutofit/>
          </a:bodyPr>
          <a:lstStyle/>
          <a:p>
            <a:pPr marL="0" indent="0" algn="ctr">
              <a:buNone/>
            </a:pPr>
            <a:r>
              <a:rPr lang="en-US" sz="1600" b="1" dirty="0"/>
              <a:t>LEADING TO A SYSTEMATIC WAY OF QUESTIONING </a:t>
            </a:r>
          </a:p>
          <a:p>
            <a:pPr marL="0" indent="0">
              <a:buNone/>
            </a:pPr>
            <a:r>
              <a:rPr lang="en-US" sz="1400" dirty="0"/>
              <a:t>-IDEAS WITHIN A SUBJECT ARE INTIMATELY CONNECTED WITH THE KIND OF QUESTIONS ASKED IN IT. ALL SUBJECTS REPRESENT WAYS OF ASKING AND ANSWERING A BODY OF QUESTIONS. THERE IS NO WAY TO LEARN MATHEMATICAL CONTENT WITHOUT LEARNING</a:t>
            </a:r>
          </a:p>
          <a:p>
            <a:pPr marL="0" indent="0">
              <a:buNone/>
            </a:pPr>
            <a:endParaRPr lang="en-US" sz="1400" dirty="0"/>
          </a:p>
        </p:txBody>
      </p:sp>
      <p:sp>
        <p:nvSpPr>
          <p:cNvPr id="4" name="Content Placeholder 2">
            <a:extLst>
              <a:ext uri="{FF2B5EF4-FFF2-40B4-BE49-F238E27FC236}">
                <a16:creationId xmlns:a16="http://schemas.microsoft.com/office/drawing/2014/main" id="{3AFAA559-BD45-A1FF-7CCF-4133836F3245}"/>
              </a:ext>
            </a:extLst>
          </p:cNvPr>
          <p:cNvSpPr txBox="1">
            <a:spLocks/>
          </p:cNvSpPr>
          <p:nvPr/>
        </p:nvSpPr>
        <p:spPr>
          <a:xfrm>
            <a:off x="4146056" y="1907004"/>
            <a:ext cx="370716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b="1" dirty="0"/>
              <a:t>ORGANIZING SYSTEMATICALLY BY IDEAS</a:t>
            </a:r>
          </a:p>
          <a:p>
            <a:pPr marL="0" indent="0">
              <a:buFont typeface="Arial" panose="020B0604020202020204" pitchFamily="34" charset="0"/>
              <a:buNone/>
            </a:pPr>
            <a:r>
              <a:rPr lang="en-US" sz="1400" dirty="0"/>
              <a:t>-THERE IS NO WAY TO LEARNA BODY OF CONTENT WITHOUT LEARNING THE IDEAS THAT DEFINE AND STRUCUTURE IT. THERE IS NO WAY TO LEARN A CONCEPT WITHOUT LEARNING HOW TO USE IT IN THINKING SOMETHING THROUGH. HENCE, TO LEARN THE IDEA OF DEMOCRACY IS TO LEARN HOW TO FIGURE OUT WHETHER SOME GROUP IS FUNCTIONING DEMOCRATICALLY OR NOT. </a:t>
            </a:r>
          </a:p>
          <a:p>
            <a:pPr marL="0" indent="0">
              <a:buFont typeface="Arial" panose="020B0604020202020204" pitchFamily="34" charset="0"/>
              <a:buNone/>
            </a:pPr>
            <a:endParaRPr lang="en-US" sz="1400" dirty="0"/>
          </a:p>
        </p:txBody>
      </p:sp>
      <p:sp>
        <p:nvSpPr>
          <p:cNvPr id="5" name="Content Placeholder 2">
            <a:extLst>
              <a:ext uri="{FF2B5EF4-FFF2-40B4-BE49-F238E27FC236}">
                <a16:creationId xmlns:a16="http://schemas.microsoft.com/office/drawing/2014/main" id="{5A9D54AA-C80A-7D22-1735-8F2997A13EA1}"/>
              </a:ext>
            </a:extLst>
          </p:cNvPr>
          <p:cNvSpPr txBox="1">
            <a:spLocks/>
          </p:cNvSpPr>
          <p:nvPr/>
        </p:nvSpPr>
        <p:spPr>
          <a:xfrm>
            <a:off x="342530" y="1907004"/>
            <a:ext cx="370716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b="1" dirty="0"/>
              <a:t>ALL SUBJECTS REPRESENT A SYSTEMATIC WAY OF THINKING</a:t>
            </a:r>
          </a:p>
          <a:p>
            <a:pPr marL="0" indent="0">
              <a:buFont typeface="Arial" panose="020B0604020202020204" pitchFamily="34" charset="0"/>
              <a:buNone/>
            </a:pPr>
            <a:r>
              <a:rPr lang="en-US" sz="1400" dirty="0"/>
              <a:t>-THE FIRST AND MOST IMPORTANT INSIGHT NECESSARY FOR DEEP LEARNING ACADEMIC SUBJECTS IS THAT EVERYTHING YOU LEARN IS, IN THE LAST ANALYSIS, NOTHING MORE NOR LESS THAN A SYSTEMATIC WAY OF THINKING ABOUT A PARTICULAR SET OF THINGS.</a:t>
            </a:r>
          </a:p>
        </p:txBody>
      </p:sp>
    </p:spTree>
    <p:extLst>
      <p:ext uri="{BB962C8B-B14F-4D97-AF65-F5344CB8AC3E}">
        <p14:creationId xmlns:p14="http://schemas.microsoft.com/office/powerpoint/2010/main" val="1558226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698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7956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1194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1601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6565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7269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6025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9591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190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2220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85242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5502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5082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5765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6057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5832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9499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3122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9157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5575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38664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78104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7481E1DCCBB043A7E4880321167946" ma:contentTypeVersion="7" ma:contentTypeDescription="Create a new document." ma:contentTypeScope="" ma:versionID="20916a4356fb234729af2e2a3a7b86a0">
  <xsd:schema xmlns:xsd="http://www.w3.org/2001/XMLSchema" xmlns:xs="http://www.w3.org/2001/XMLSchema" xmlns:p="http://schemas.microsoft.com/office/2006/metadata/properties" xmlns:ns3="c412834d-558c-4c65-b217-eae0caaedaf9" xmlns:ns4="a4657121-eab7-457a-b950-481e5c737d88" targetNamespace="http://schemas.microsoft.com/office/2006/metadata/properties" ma:root="true" ma:fieldsID="38bbac1585e77e12c4f1eb4078040474" ns3:_="" ns4:_="">
    <xsd:import namespace="c412834d-558c-4c65-b217-eae0caaedaf9"/>
    <xsd:import namespace="a4657121-eab7-457a-b950-481e5c737d88"/>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12834d-558c-4c65-b217-eae0caaeda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4657121-eab7-457a-b950-481e5c737d8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412834d-558c-4c65-b217-eae0caaedaf9" xsi:nil="true"/>
  </documentManagement>
</p:properties>
</file>

<file path=customXml/itemProps1.xml><?xml version="1.0" encoding="utf-8"?>
<ds:datastoreItem xmlns:ds="http://schemas.openxmlformats.org/officeDocument/2006/customXml" ds:itemID="{53CE430F-E8A0-49B2-9C0C-50B78D94FD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12834d-558c-4c65-b217-eae0caaedaf9"/>
    <ds:schemaRef ds:uri="a4657121-eab7-457a-b950-481e5c737d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B3FAE09-0CA1-44B4-B808-270E96EF55B3}">
  <ds:schemaRefs>
    <ds:schemaRef ds:uri="http://schemas.microsoft.com/sharepoint/v3/contenttype/forms"/>
  </ds:schemaRefs>
</ds:datastoreItem>
</file>

<file path=customXml/itemProps3.xml><?xml version="1.0" encoding="utf-8"?>
<ds:datastoreItem xmlns:ds="http://schemas.openxmlformats.org/officeDocument/2006/customXml" ds:itemID="{C3990100-440E-44C3-86D6-3251BBA29043}">
  <ds:schemaRefs>
    <ds:schemaRef ds:uri="http://www.w3.org/XML/1998/namespace"/>
    <ds:schemaRef ds:uri="http://schemas.microsoft.com/office/2006/metadata/properties"/>
    <ds:schemaRef ds:uri="http://schemas.microsoft.com/office/2006/documentManagement/types"/>
    <ds:schemaRef ds:uri="http://purl.org/dc/terms/"/>
    <ds:schemaRef ds:uri="a4657121-eab7-457a-b950-481e5c737d88"/>
    <ds:schemaRef ds:uri="http://schemas.microsoft.com/office/infopath/2007/PartnerControls"/>
    <ds:schemaRef ds:uri="http://schemas.openxmlformats.org/package/2006/metadata/core-properties"/>
    <ds:schemaRef ds:uri="c412834d-558c-4c65-b217-eae0caaedaf9"/>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2135</TotalTime>
  <Words>1626</Words>
  <Application>Microsoft Office PowerPoint</Application>
  <PresentationFormat>Widescreen</PresentationFormat>
  <Paragraphs>80</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Agency FB</vt:lpstr>
      <vt:lpstr>Arial</vt:lpstr>
      <vt:lpstr>Bahnschrift Condensed</vt:lpstr>
      <vt:lpstr>Calibri</vt:lpstr>
      <vt:lpstr>Calibri Light</vt:lpstr>
      <vt:lpstr>Wingdings</vt:lpstr>
      <vt:lpstr>Office Theme</vt:lpstr>
      <vt:lpstr>HOW TO STUDY &amp; LEARN</vt:lpstr>
      <vt:lpstr>PART I: LAYING THE FOUNDATION</vt:lpstr>
      <vt:lpstr>18 IDEAS BECOMING A MASTER STUDENT</vt:lpstr>
      <vt:lpstr>THE PROBLEM: NOT BEING ABLE TO THINK WITHIN THE DOMAIN OF FOCUS</vt:lpstr>
      <vt:lpstr>HOW TO LEARN WITH DISCIPLINE</vt:lpstr>
      <vt:lpstr>PowerPoint Presentation</vt:lpstr>
      <vt:lpstr>HOW TO IDENTIFY AN UNDERLYING IDEA FOR THE SUBJECTS YOU STUDY</vt:lpstr>
      <vt:lpstr>PowerPoint Presentation</vt:lpstr>
      <vt:lpstr>UNDERSTANDING CONTENT THROUGH THE THINKING IT REQUIRES: A KEY TO DEEP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STUDY &amp; LEARN A DISCIPLINE</dc:title>
  <dc:creator>Katie Hunt</dc:creator>
  <cp:lastModifiedBy>Katie Hunt</cp:lastModifiedBy>
  <cp:revision>2</cp:revision>
  <dcterms:created xsi:type="dcterms:W3CDTF">2023-11-02T12:03:43Z</dcterms:created>
  <dcterms:modified xsi:type="dcterms:W3CDTF">2023-12-04T23:43:00Z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0x010100537481E1DCCBB043A7E4880321167946</vt:lpwstr>
  </property>
</Properties>
</file>