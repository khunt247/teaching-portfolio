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51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D80-E4A0-49FB-AA90-8610F7E69D8C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1672-F56F-4045-80F7-F13677372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D80-E4A0-49FB-AA90-8610F7E69D8C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1672-F56F-4045-80F7-F13677372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D80-E4A0-49FB-AA90-8610F7E69D8C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1672-F56F-4045-80F7-F13677372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D80-E4A0-49FB-AA90-8610F7E69D8C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1672-F56F-4045-80F7-F13677372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D80-E4A0-49FB-AA90-8610F7E69D8C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1672-F56F-4045-80F7-F13677372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D80-E4A0-49FB-AA90-8610F7E69D8C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1672-F56F-4045-80F7-F13677372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D80-E4A0-49FB-AA90-8610F7E69D8C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1672-F56F-4045-80F7-F13677372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D80-E4A0-49FB-AA90-8610F7E69D8C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1672-F56F-4045-80F7-F13677372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D80-E4A0-49FB-AA90-8610F7E69D8C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1672-F56F-4045-80F7-F13677372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D80-E4A0-49FB-AA90-8610F7E69D8C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1672-F56F-4045-80F7-F13677372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542D80-E4A0-49FB-AA90-8610F7E69D8C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01672-F56F-4045-80F7-F13677372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542D80-E4A0-49FB-AA90-8610F7E69D8C}" type="datetimeFigureOut">
              <a:rPr lang="en-US" smtClean="0"/>
              <a:pPr/>
              <a:t>3/28/2015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01672-F56F-4045-80F7-F136773722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wm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3" descr="http://www.joblack59.com/HMS/us/2007/pehr/books_-_math%5b1%5d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228600"/>
            <a:ext cx="1924050" cy="1378248"/>
          </a:xfrm>
          <a:prstGeom prst="rect">
            <a:avLst/>
          </a:prstGeom>
          <a:noFill/>
        </p:spPr>
      </p:pic>
      <p:pic>
        <p:nvPicPr>
          <p:cNvPr id="11277" name="Picture 13" descr="http://www.joblack59.com/HMS/us/2007/pehr/books_-_math%5b1%5d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52400"/>
            <a:ext cx="1924050" cy="1378248"/>
          </a:xfrm>
          <a:prstGeom prst="rect">
            <a:avLst/>
          </a:prstGeom>
          <a:noFill/>
        </p:spPr>
      </p:pic>
      <p:pic>
        <p:nvPicPr>
          <p:cNvPr id="11272" name="Picture 8" descr="http://www.china-whiteboard.com/photo/13/products-Dry-erase-White-Board-With-Alum-Frame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1981200"/>
            <a:ext cx="8763000" cy="4494686"/>
          </a:xfrm>
          <a:prstGeom prst="rect">
            <a:avLst/>
          </a:prstGeom>
          <a:noFill/>
        </p:spPr>
      </p:pic>
      <p:pic>
        <p:nvPicPr>
          <p:cNvPr id="11273" name="Picture 9" descr="C:\Users\stephaniehunt\Desktop\02Limits1.gi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33475" y="2619375"/>
            <a:ext cx="3390900" cy="3228975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2057400" y="-152400"/>
            <a:ext cx="4631642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96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LIMIT</a:t>
            </a:r>
            <a:endParaRPr lang="en-US" sz="9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94947" y="1295400"/>
            <a:ext cx="8949053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2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Definition: is </a:t>
            </a:r>
            <a:r>
              <a:rPr lang="en-US" sz="2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used to describe the value that a function or sequence "approaches" </a:t>
            </a:r>
            <a:endParaRPr lang="en-US" sz="2000" b="1" dirty="0" smtClean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  <a:p>
            <a:pPr algn="ctr"/>
            <a:r>
              <a:rPr lang="en-US" sz="20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as </a:t>
            </a:r>
            <a:r>
              <a:rPr lang="en-US" sz="2000" b="1" dirty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the input or index approaches some value</a:t>
            </a:r>
          </a:p>
        </p:txBody>
      </p:sp>
      <p:pic>
        <p:nvPicPr>
          <p:cNvPr id="11269" name="Picture 5" descr="C:\Users\stephaniehunt\Desktop\limit.g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876800" y="2514600"/>
            <a:ext cx="3200400" cy="3273136"/>
          </a:xfrm>
          <a:prstGeom prst="rect">
            <a:avLst/>
          </a:prstGeom>
          <a:noFill/>
        </p:spPr>
      </p:pic>
      <p:sp>
        <p:nvSpPr>
          <p:cNvPr id="10" name="Rectangle 9"/>
          <p:cNvSpPr/>
          <p:nvPr/>
        </p:nvSpPr>
        <p:spPr>
          <a:xfrm>
            <a:off x="1199277" y="2514600"/>
            <a:ext cx="252665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n-US" sz="32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EXAMPLE↓↘</a:t>
            </a:r>
            <a:endParaRPr lang="en-US" sz="32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  <p:pic>
        <p:nvPicPr>
          <p:cNvPr id="11285" name="Picture 21" descr="C:\Users\stephaniehunt\AppData\Local\Microsoft\Windows\Temporary Internet Files\Content.IE5\HV7N36FN\MC900441732[1]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 rot="674149">
            <a:off x="6734760" y="3548076"/>
            <a:ext cx="1281001" cy="1281001"/>
          </a:xfrm>
          <a:prstGeom prst="rect">
            <a:avLst/>
          </a:prstGeom>
          <a:noFill/>
        </p:spPr>
      </p:pic>
      <p:pic>
        <p:nvPicPr>
          <p:cNvPr id="11287" name="Picture 23" descr="C:\Users\stephaniehunt\AppData\Local\Microsoft\Windows\Temporary Internet Files\Content.IE5\3V1511A2\MC900012907[1].wmf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590800" y="5805860"/>
            <a:ext cx="1582738" cy="37745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3119</TotalTime>
  <Words>13</Words>
  <Application>Microsoft Office PowerPoint</Application>
  <PresentationFormat>On-screen Show (4:3)</PresentationFormat>
  <Paragraphs>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Toshiba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stephaniehunt</dc:creator>
  <cp:lastModifiedBy>stephaniehunt</cp:lastModifiedBy>
  <cp:revision>9</cp:revision>
  <dcterms:created xsi:type="dcterms:W3CDTF">2012-09-16T22:56:21Z</dcterms:created>
  <dcterms:modified xsi:type="dcterms:W3CDTF">2015-03-28T18:42:53Z</dcterms:modified>
</cp:coreProperties>
</file>