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11" d="100"/>
          <a:sy n="111" d="100"/>
        </p:scale>
        <p:origin x="1614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542D80-E4A0-49FB-AA90-8610F7E69D8C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01672-F56F-4045-80F7-F1367737224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542D80-E4A0-49FB-AA90-8610F7E69D8C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01672-F56F-4045-80F7-F1367737224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542D80-E4A0-49FB-AA90-8610F7E69D8C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01672-F56F-4045-80F7-F1367737224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542D80-E4A0-49FB-AA90-8610F7E69D8C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01672-F56F-4045-80F7-F1367737224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542D80-E4A0-49FB-AA90-8610F7E69D8C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01672-F56F-4045-80F7-F1367737224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542D80-E4A0-49FB-AA90-8610F7E69D8C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01672-F56F-4045-80F7-F1367737224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542D80-E4A0-49FB-AA90-8610F7E69D8C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01672-F56F-4045-80F7-F1367737224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542D80-E4A0-49FB-AA90-8610F7E69D8C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01672-F56F-4045-80F7-F1367737224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542D80-E4A0-49FB-AA90-8610F7E69D8C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01672-F56F-4045-80F7-F1367737224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542D80-E4A0-49FB-AA90-8610F7E69D8C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01672-F56F-4045-80F7-F1367737224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542D80-E4A0-49FB-AA90-8610F7E69D8C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01672-F56F-4045-80F7-F1367737224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542D80-E4A0-49FB-AA90-8610F7E69D8C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A01672-F56F-4045-80F7-F13677372249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wmf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gif"/><Relationship Id="rId4" Type="http://schemas.openxmlformats.org/officeDocument/2006/relationships/image" Target="../media/image3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3" descr="http://www.joblack59.com/HMS/us/2007/pehr/books_-_math%5b1%5d.gi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0" y="228600"/>
            <a:ext cx="1924050" cy="1378248"/>
          </a:xfrm>
          <a:prstGeom prst="rect">
            <a:avLst/>
          </a:prstGeom>
          <a:noFill/>
        </p:spPr>
      </p:pic>
      <p:pic>
        <p:nvPicPr>
          <p:cNvPr id="11277" name="Picture 13" descr="http://www.joblack59.com/HMS/us/2007/pehr/books_-_math%5b1%5d.gi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152400"/>
            <a:ext cx="1924050" cy="1378248"/>
          </a:xfrm>
          <a:prstGeom prst="rect">
            <a:avLst/>
          </a:prstGeom>
          <a:noFill/>
        </p:spPr>
      </p:pic>
      <p:pic>
        <p:nvPicPr>
          <p:cNvPr id="11272" name="Picture 8" descr="http://www.china-whiteboard.com/photo/13/products-Dry-erase-White-Board-With-Alum-Fram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1981200"/>
            <a:ext cx="8763000" cy="4494686"/>
          </a:xfrm>
          <a:prstGeom prst="rect">
            <a:avLst/>
          </a:prstGeom>
          <a:noFill/>
        </p:spPr>
      </p:pic>
      <p:pic>
        <p:nvPicPr>
          <p:cNvPr id="11273" name="Picture 9" descr="C:\Users\stephaniehunt\Desktop\02Limits1.gif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133475" y="2619375"/>
            <a:ext cx="3390900" cy="3228975"/>
          </a:xfrm>
          <a:prstGeom prst="rect">
            <a:avLst/>
          </a:prstGeom>
          <a:noFill/>
        </p:spPr>
      </p:pic>
      <p:sp>
        <p:nvSpPr>
          <p:cNvPr id="4" name="Rectangle 3"/>
          <p:cNvSpPr/>
          <p:nvPr/>
        </p:nvSpPr>
        <p:spPr>
          <a:xfrm>
            <a:off x="2057400" y="-152400"/>
            <a:ext cx="4631642" cy="156966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/>
            <a:r>
              <a:rPr lang="en-US" sz="9600" b="1" cap="none" spc="0" dirty="0">
                <a:ln w="11430"/>
                <a:gradFill>
                  <a:gsLst>
                    <a:gs pos="0">
                      <a:schemeClr val="accent2">
                        <a:tint val="70000"/>
                        <a:satMod val="245000"/>
                      </a:schemeClr>
                    </a:gs>
                    <a:gs pos="75000">
                      <a:schemeClr val="accent2">
                        <a:tint val="90000"/>
                        <a:shade val="60000"/>
                        <a:satMod val="240000"/>
                      </a:schemeClr>
                    </a:gs>
                    <a:gs pos="100000">
                      <a:schemeClr val="accent2">
                        <a:tint val="100000"/>
                        <a:shade val="50000"/>
                        <a:satMod val="240000"/>
                      </a:schemeClr>
                    </a:gs>
                  </a:gsLst>
                  <a:lin ang="5400000"/>
                </a:gra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LIMIT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84511" y="1509919"/>
            <a:ext cx="8051178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/>
            <a:r>
              <a:rPr lang="en-US" b="1" dirty="0">
                <a:ln w="11430"/>
                <a:gradFill>
                  <a:gsLst>
                    <a:gs pos="0">
                      <a:schemeClr val="accent2">
                        <a:tint val="70000"/>
                        <a:satMod val="245000"/>
                      </a:schemeClr>
                    </a:gs>
                    <a:gs pos="75000">
                      <a:schemeClr val="accent2">
                        <a:tint val="90000"/>
                        <a:shade val="60000"/>
                        <a:satMod val="240000"/>
                      </a:schemeClr>
                    </a:gs>
                    <a:gs pos="100000">
                      <a:schemeClr val="accent2">
                        <a:tint val="100000"/>
                        <a:shade val="50000"/>
                        <a:satMod val="240000"/>
                      </a:schemeClr>
                    </a:gs>
                  </a:gsLst>
                  <a:lin ang="5400000"/>
                </a:gra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Definition: is used to describe the value that a function or sequence "approaches" </a:t>
            </a:r>
          </a:p>
          <a:p>
            <a:pPr algn="ctr"/>
            <a:r>
              <a:rPr lang="en-US" b="1" dirty="0">
                <a:ln w="11430"/>
                <a:gradFill>
                  <a:gsLst>
                    <a:gs pos="0">
                      <a:schemeClr val="accent2">
                        <a:tint val="70000"/>
                        <a:satMod val="245000"/>
                      </a:schemeClr>
                    </a:gs>
                    <a:gs pos="75000">
                      <a:schemeClr val="accent2">
                        <a:tint val="90000"/>
                        <a:shade val="60000"/>
                        <a:satMod val="240000"/>
                      </a:schemeClr>
                    </a:gs>
                    <a:gs pos="100000">
                      <a:schemeClr val="accent2">
                        <a:tint val="100000"/>
                        <a:shade val="50000"/>
                        <a:satMod val="240000"/>
                      </a:schemeClr>
                    </a:gs>
                  </a:gsLst>
                  <a:lin ang="5400000"/>
                </a:gra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as the input or index approaches some value</a:t>
            </a:r>
          </a:p>
        </p:txBody>
      </p:sp>
      <p:pic>
        <p:nvPicPr>
          <p:cNvPr id="11269" name="Picture 5" descr="C:\Users\stephaniehunt\Desktop\limit.gif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876800" y="2514600"/>
            <a:ext cx="3200400" cy="3273136"/>
          </a:xfrm>
          <a:prstGeom prst="rect">
            <a:avLst/>
          </a:prstGeom>
          <a:noFill/>
        </p:spPr>
      </p:pic>
      <p:sp>
        <p:nvSpPr>
          <p:cNvPr id="10" name="Rectangle 9"/>
          <p:cNvSpPr/>
          <p:nvPr/>
        </p:nvSpPr>
        <p:spPr>
          <a:xfrm>
            <a:off x="1199277" y="2514600"/>
            <a:ext cx="2526654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>
                <a:rot lat="0" lon="0" rev="0"/>
              </a:camera>
              <a:lightRig rig="contrasting" dir="t">
                <a:rot lat="0" lon="0" rev="4500000"/>
              </a:lightRig>
            </a:scene3d>
            <a:sp3d contourW="6350" prstMaterial="metal">
              <a:bevelT w="127000" h="31750" prst="relaxedInset"/>
              <a:contourClr>
                <a:schemeClr val="accent1">
                  <a:shade val="75000"/>
                </a:schemeClr>
              </a:contourClr>
            </a:sp3d>
          </a:bodyPr>
          <a:lstStyle/>
          <a:p>
            <a:pPr algn="ctr"/>
            <a:r>
              <a:rPr lang="en-US" sz="3200" b="1" cap="all" spc="0" dirty="0">
                <a:ln w="0"/>
                <a:gradFill flip="none">
                  <a:gsLst>
                    <a:gs pos="0">
                      <a:schemeClr val="accent1">
                        <a:tint val="75000"/>
                        <a:shade val="75000"/>
                        <a:satMod val="170000"/>
                      </a:schemeClr>
                    </a:gs>
                    <a:gs pos="49000">
                      <a:schemeClr val="accent1">
                        <a:tint val="88000"/>
                        <a:shade val="65000"/>
                        <a:satMod val="172000"/>
                      </a:schemeClr>
                    </a:gs>
                    <a:gs pos="50000">
                      <a:schemeClr val="accent1">
                        <a:shade val="65000"/>
                        <a:satMod val="130000"/>
                      </a:schemeClr>
                    </a:gs>
                    <a:gs pos="92000">
                      <a:schemeClr val="accent1">
                        <a:shade val="50000"/>
                        <a:satMod val="120000"/>
                      </a:schemeClr>
                    </a:gs>
                    <a:gs pos="100000">
                      <a:schemeClr val="accent1">
                        <a:shade val="48000"/>
                        <a:satMod val="120000"/>
                      </a:schemeClr>
                    </a:gs>
                  </a:gsLst>
                  <a:lin ang="5400000"/>
                </a:gradFill>
                <a:effectLst>
                  <a:reflection blurRad="12700" stA="50000" endPos="50000" dist="5000" dir="5400000" sy="-100000" rotWithShape="0"/>
                </a:effectLst>
              </a:rPr>
              <a:t>EXAMPLE↓↘</a:t>
            </a:r>
          </a:p>
        </p:txBody>
      </p:sp>
      <p:pic>
        <p:nvPicPr>
          <p:cNvPr id="11285" name="Picture 21" descr="C:\Users\stephaniehunt\AppData\Local\Microsoft\Windows\Temporary Internet Files\Content.IE5\HV7N36FN\MC900441732[1].pn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 rot="674149">
            <a:off x="6734760" y="3548076"/>
            <a:ext cx="1281001" cy="1281001"/>
          </a:xfrm>
          <a:prstGeom prst="rect">
            <a:avLst/>
          </a:prstGeom>
          <a:noFill/>
        </p:spPr>
      </p:pic>
      <p:pic>
        <p:nvPicPr>
          <p:cNvPr id="11287" name="Picture 23" descr="C:\Users\stephaniehunt\AppData\Local\Microsoft\Windows\Temporary Internet Files\Content.IE5\3V1511A2\MC900012907[1].wmf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2590800" y="5805860"/>
            <a:ext cx="1582738" cy="37745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3119</TotalTime>
  <Words>27</Words>
  <Application>Microsoft Office PowerPoint</Application>
  <PresentationFormat>On-screen Show (4:3)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Company>Toshiba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stephaniehunt</dc:creator>
  <cp:lastModifiedBy>katie hunt</cp:lastModifiedBy>
  <cp:revision>10</cp:revision>
  <dcterms:created xsi:type="dcterms:W3CDTF">2012-09-16T22:56:21Z</dcterms:created>
  <dcterms:modified xsi:type="dcterms:W3CDTF">2025-11-06T23:41:05Z</dcterms:modified>
</cp:coreProperties>
</file>