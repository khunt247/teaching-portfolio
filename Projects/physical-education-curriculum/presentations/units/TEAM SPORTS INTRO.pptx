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60" r:id="rId7"/>
    <p:sldId id="259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A629D-0045-4044-ABA6-2F439DE7D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059F5C-AFF7-DB58-B3EB-4D76FFC82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DA6A8-AD8B-67A6-4150-59B566ECF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26301-EF2F-4916-ACD6-1450792EEA25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6E522-FC58-C812-5EE8-AC7D804A6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9C67C-558C-7689-B0E1-F5CDE451F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30CF1-BE06-42B3-A6DB-3AA069AE9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807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1895D-BAD0-97B3-44D0-A68F64CB4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D8793-04E6-6A20-5155-67E87DE12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8E95A-2441-3CAD-D69C-95ECA54C7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26301-EF2F-4916-ACD6-1450792EEA25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F8955-D6B2-584E-3846-693FC235E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7437E-20AC-6314-244D-E29EAF5D9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30CF1-BE06-42B3-A6DB-3AA069AE9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876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B5B2E-D9DE-DF25-8F38-EBCE9BA16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31B6D-065E-19B5-6768-E3BD432DE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BFBE4-7174-9349-2E7D-129E8AD6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26301-EF2F-4916-ACD6-1450792EEA25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202A0-17A3-1D54-A3C5-8CBE78BA0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DFE9D-C86B-7DA6-41F5-515B98D25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30CF1-BE06-42B3-A6DB-3AA069AE9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291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F3122-5265-6477-CBC0-A3DE1BCDE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CAE27-D605-0447-1F88-30DDF9F5CF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2CE6-8729-634C-0C21-DDACC86A8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096D4-6BA9-BA68-4917-4F07F4F89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26301-EF2F-4916-ACD6-1450792EEA25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E0CA6-D36B-43BD-B357-FB75A21BC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3094B9-FADB-31F8-BA67-F79CE6479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30CF1-BE06-42B3-A6DB-3AA069AE9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650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8C0C0-C169-B702-7451-090DD1D99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430DC-1325-5A1C-094A-7A5CD8D65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D70DCB-756F-A177-CD16-CDE3D4A31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3D5570-8585-2C12-BF51-5CF833A415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CB2B65-7E74-464A-80B0-18A21FB9BC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D4CA89-6E92-D28A-F320-14FBB9860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26301-EF2F-4916-ACD6-1450792EEA25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D537A3-8506-B88E-75BD-384CBBACD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2589C-7E34-E5DA-8EAE-88F8917B3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30CF1-BE06-42B3-A6DB-3AA069AE9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774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D76AC-0C85-C80F-B6F9-2F93DF2A8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8C0641-CCC9-962E-2480-E427866F1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26301-EF2F-4916-ACD6-1450792EEA25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8417C3-7F65-4637-65EB-0970DEEA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29BA83-107B-2A9E-C241-ACFF2A189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30CF1-BE06-42B3-A6DB-3AA069AE9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81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8BBF33-D452-A40F-DC7C-7E6FC3845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26301-EF2F-4916-ACD6-1450792EEA25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889507-6C68-F4E3-DB18-9F612FC0E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C542D-9967-8A1A-8326-620FC9C24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30CF1-BE06-42B3-A6DB-3AA069AE9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37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507CE-30B0-086A-A5BB-29C6A8276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1AF1A-E16F-FB45-4E92-F699B8A78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67658-6CFB-AF7B-620D-035672022A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4B9030-9C8E-8FA0-8BE3-5EF524AD5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26301-EF2F-4916-ACD6-1450792EEA25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ED8AC-B43D-2450-491D-EA0464596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B6520-852F-D11C-C362-ECEE7E6F3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30CF1-BE06-42B3-A6DB-3AA069AE9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16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94AAD-BB44-0553-BD9B-6EF5713DB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5E17C6-38FB-AB84-25A4-CBE48E6BCA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7779D-1888-95F5-D8F2-297962117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871DF-9751-B064-9F8D-5824056A6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26301-EF2F-4916-ACD6-1450792EEA25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CC0D3-CE3C-FC31-2FBA-A6EF346F8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E317E-A296-9336-73A9-91C0D2D7F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30CF1-BE06-42B3-A6DB-3AA069AE9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91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96FDE-36C0-A37E-8C75-2C02509EC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1ECC4B-A922-FB5C-DB91-23DCCE6C9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2EE2C-60C2-13A3-91A4-1E4B21E5C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26301-EF2F-4916-ACD6-1450792EEA25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16C87-3FF8-A41A-B8B7-A017FB90A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EBBC8-F189-21ED-C133-78E4A13B6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30CF1-BE06-42B3-A6DB-3AA069AE9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16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4AEE3-65B8-3817-3FFD-DF8A0C790A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1359CC-C338-F395-5720-301A6F0DA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FD26F-912A-27FA-0529-AA22D988B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26301-EF2F-4916-ACD6-1450792EEA25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89610-D86E-F26B-DFF1-4C024405D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DFF51-E3A2-1307-087F-70C2DF780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30CF1-BE06-42B3-A6DB-3AA069AE9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487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2AB33E-6919-9BF7-3D2F-2739C0DF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3785F-1ABF-2E13-8E97-ABD8B8487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D0292-7839-F08C-9CC0-5B1EFA2907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26301-EF2F-4916-ACD6-1450792EEA25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19EA0-799D-CBF2-C1BE-97690CB55C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2C2BD-9D74-B166-4C31-6480980BAB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30CF1-BE06-42B3-A6DB-3AA069AE9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298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CAC923-0F1C-2AEF-7863-1A75DF36F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903" y="949325"/>
            <a:ext cx="8071706" cy="2387600"/>
          </a:xfrm>
        </p:spPr>
        <p:txBody>
          <a:bodyPr>
            <a:norm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</a:rPr>
              <a:t>TEAM SPORTS INTRO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DF7F40-D1AA-FD5A-BEB3-F956FA6E1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2902" y="3429000"/>
            <a:ext cx="8071697" cy="1655762"/>
          </a:xfrm>
        </p:spPr>
        <p:txBody>
          <a:bodyPr>
            <a:normAutofit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</a:rPr>
              <a:t>PHYSICAL EDUCATION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077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Slide Background">
            <a:extLst>
              <a:ext uri="{FF2B5EF4-FFF2-40B4-BE49-F238E27FC236}">
                <a16:creationId xmlns:a16="http://schemas.microsoft.com/office/drawing/2014/main" id="{B098FE6D-7262-4839-92B0-81ABB0881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kydivers make a formation above the clouds">
            <a:extLst>
              <a:ext uri="{FF2B5EF4-FFF2-40B4-BE49-F238E27FC236}">
                <a16:creationId xmlns:a16="http://schemas.microsoft.com/office/drawing/2014/main" id="{EFEB8168-A69D-8745-B197-E70BE302D7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486398"/>
            <a:ext cx="12192000" cy="1371599"/>
          </a:xfrm>
          <a:prstGeom prst="rect">
            <a:avLst/>
          </a:prstGeom>
          <a:ln>
            <a:noFill/>
          </a:ln>
          <a:effectLst>
            <a:outerShdw blurRad="190500" dist="38100" dir="16260000" sx="95000" sy="95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8484D2-8BA4-E077-55EA-DC0651F47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8" y="5778816"/>
            <a:ext cx="7015496" cy="7867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Teamwork</a:t>
            </a:r>
          </a:p>
        </p:txBody>
      </p:sp>
    </p:spTree>
    <p:extLst>
      <p:ext uri="{BB962C8B-B14F-4D97-AF65-F5344CB8AC3E}">
        <p14:creationId xmlns:p14="http://schemas.microsoft.com/office/powerpoint/2010/main" val="1874030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Slide Background">
            <a:extLst>
              <a:ext uri="{FF2B5EF4-FFF2-40B4-BE49-F238E27FC236}">
                <a16:creationId xmlns:a16="http://schemas.microsoft.com/office/drawing/2014/main" id="{B098FE6D-7262-4839-92B0-81ABB0881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Birds flying in formation">
            <a:extLst>
              <a:ext uri="{FF2B5EF4-FFF2-40B4-BE49-F238E27FC236}">
                <a16:creationId xmlns:a16="http://schemas.microsoft.com/office/drawing/2014/main" id="{0A5C68E6-C5B8-AE71-A13B-3B92271D7F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357"/>
          <a:stretch/>
        </p:blipFill>
        <p:spPr>
          <a:xfrm>
            <a:off x="20" y="10"/>
            <a:ext cx="12191979" cy="6857990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486398"/>
            <a:ext cx="12192000" cy="1371599"/>
          </a:xfrm>
          <a:prstGeom prst="rect">
            <a:avLst/>
          </a:prstGeom>
          <a:ln>
            <a:noFill/>
          </a:ln>
          <a:effectLst>
            <a:outerShdw blurRad="190500" dist="38100" dir="16260000" sx="95000" sy="95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FB4FA7-2039-04C2-3547-3A82BC2CF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8" y="5778816"/>
            <a:ext cx="7015496" cy="7867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Accountability</a:t>
            </a:r>
          </a:p>
        </p:txBody>
      </p:sp>
    </p:spTree>
    <p:extLst>
      <p:ext uri="{BB962C8B-B14F-4D97-AF65-F5344CB8AC3E}">
        <p14:creationId xmlns:p14="http://schemas.microsoft.com/office/powerpoint/2010/main" val="3305593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Slide Background">
            <a:extLst>
              <a:ext uri="{FF2B5EF4-FFF2-40B4-BE49-F238E27FC236}">
                <a16:creationId xmlns:a16="http://schemas.microsoft.com/office/drawing/2014/main" id="{B098FE6D-7262-4839-92B0-81ABB0881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Overhead image of two people holding tennis rackets and shaking handshaking over the net">
            <a:extLst>
              <a:ext uri="{FF2B5EF4-FFF2-40B4-BE49-F238E27FC236}">
                <a16:creationId xmlns:a16="http://schemas.microsoft.com/office/drawing/2014/main" id="{9B686027-17F1-CEA6-D5F8-906E22B722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486398"/>
            <a:ext cx="12192000" cy="1371599"/>
          </a:xfrm>
          <a:prstGeom prst="rect">
            <a:avLst/>
          </a:prstGeom>
          <a:ln>
            <a:noFill/>
          </a:ln>
          <a:effectLst>
            <a:outerShdw blurRad="190500" dist="38100" dir="16260000" sx="95000" sy="95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8484D2-8BA4-E077-55EA-DC0651F47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8" y="5778816"/>
            <a:ext cx="7015496" cy="7867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Sportsmanship</a:t>
            </a:r>
          </a:p>
        </p:txBody>
      </p:sp>
    </p:spTree>
    <p:extLst>
      <p:ext uri="{BB962C8B-B14F-4D97-AF65-F5344CB8AC3E}">
        <p14:creationId xmlns:p14="http://schemas.microsoft.com/office/powerpoint/2010/main" val="1240995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BFA4C8-C301-60A7-C96E-E85360F5D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729117"/>
          </a:xfrm>
          <a:prstGeom prst="rect">
            <a:avLst/>
          </a:prstGeom>
          <a:ln>
            <a:noFill/>
          </a:ln>
          <a:effectLst>
            <a:outerShdw blurRad="368300" dist="101600" dir="546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DD7BB7-85AD-BBEE-3C41-F28A08397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283714"/>
            <a:ext cx="9906799" cy="1161688"/>
          </a:xfrm>
        </p:spPr>
        <p:txBody>
          <a:bodyPr anchor="ctr">
            <a:normAutofit/>
          </a:bodyPr>
          <a:lstStyle/>
          <a:p>
            <a:r>
              <a:rPr lang="en-US" sz="4000" dirty="0"/>
              <a:t>Offense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D7B9E-61A6-ECCF-FB6F-D2B94273F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3561" y="2217761"/>
            <a:ext cx="7680959" cy="4034116"/>
          </a:xfrm>
        </p:spPr>
        <p:txBody>
          <a:bodyPr anchor="ctr">
            <a:normAutofit/>
          </a:bodyPr>
          <a:lstStyle/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55424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BFA4C8-C301-60A7-C96E-E85360F5D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729117"/>
          </a:xfrm>
          <a:prstGeom prst="rect">
            <a:avLst/>
          </a:prstGeom>
          <a:ln>
            <a:noFill/>
          </a:ln>
          <a:effectLst>
            <a:outerShdw blurRad="368300" dist="101600" dir="546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DD7BB7-85AD-BBEE-3C41-F28A08397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283714"/>
            <a:ext cx="9906799" cy="1161688"/>
          </a:xfrm>
        </p:spPr>
        <p:txBody>
          <a:bodyPr anchor="ctr">
            <a:normAutofit/>
          </a:bodyPr>
          <a:lstStyle/>
          <a:p>
            <a:r>
              <a:rPr lang="en-US" sz="4000" dirty="0"/>
              <a:t>Defense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D7B9E-61A6-ECCF-FB6F-D2B94273F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3561" y="2217761"/>
            <a:ext cx="7680959" cy="4034116"/>
          </a:xfrm>
        </p:spPr>
        <p:txBody>
          <a:bodyPr anchor="ctr">
            <a:normAutofit/>
          </a:bodyPr>
          <a:lstStyle/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53183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sketball hitting the board">
            <a:extLst>
              <a:ext uri="{FF2B5EF4-FFF2-40B4-BE49-F238E27FC236}">
                <a16:creationId xmlns:a16="http://schemas.microsoft.com/office/drawing/2014/main" id="{40CA0AC4-11C8-9A61-D7F6-9848038780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3904" b="21345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118412" y="-1209541"/>
            <a:ext cx="3945587" cy="12201588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66000">
                <a:srgbClr val="000000">
                  <a:alpha val="50000"/>
                </a:srgbClr>
              </a:gs>
              <a:gs pos="100000">
                <a:srgbClr val="000000">
                  <a:alpha val="63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16DDF1-F87A-1DA2-3FAD-E2365A18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86397"/>
            <a:ext cx="6347460" cy="12932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Basketball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8FE22-3C2B-14C8-0911-42395B05E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21335" y="4792570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554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ootball line of scrimmage">
            <a:extLst>
              <a:ext uri="{FF2B5EF4-FFF2-40B4-BE49-F238E27FC236}">
                <a16:creationId xmlns:a16="http://schemas.microsoft.com/office/drawing/2014/main" id="{517A8B14-E8DF-5CB3-3804-D7110A3EFD6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15864" b="803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44799-D396-9310-C4C1-2DAA6F42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13652"/>
            <a:ext cx="4598504" cy="2895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Football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836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B098FE6D-7262-4839-92B0-81ABB0881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gital illustration of white volleyballs">
            <a:extLst>
              <a:ext uri="{FF2B5EF4-FFF2-40B4-BE49-F238E27FC236}">
                <a16:creationId xmlns:a16="http://schemas.microsoft.com/office/drawing/2014/main" id="{D8EC1379-1F02-64EC-09B3-0E5C54EE2E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486398"/>
            <a:ext cx="12192000" cy="1371599"/>
          </a:xfrm>
          <a:prstGeom prst="rect">
            <a:avLst/>
          </a:prstGeom>
          <a:ln>
            <a:noFill/>
          </a:ln>
          <a:effectLst>
            <a:outerShdw blurRad="190500" dist="38100" dir="16260000" sx="95000" sy="95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67549C-2079-A57D-DB84-A1DEF50FD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8" y="5778816"/>
            <a:ext cx="7015496" cy="7867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Volleyball</a:t>
            </a:r>
          </a:p>
        </p:txBody>
      </p:sp>
    </p:spTree>
    <p:extLst>
      <p:ext uri="{BB962C8B-B14F-4D97-AF65-F5344CB8AC3E}">
        <p14:creationId xmlns:p14="http://schemas.microsoft.com/office/powerpoint/2010/main" val="4017027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7481E1DCCBB043A7E4880321167946" ma:contentTypeVersion="7" ma:contentTypeDescription="Create a new document." ma:contentTypeScope="" ma:versionID="20916a4356fb234729af2e2a3a7b86a0">
  <xsd:schema xmlns:xsd="http://www.w3.org/2001/XMLSchema" xmlns:xs="http://www.w3.org/2001/XMLSchema" xmlns:p="http://schemas.microsoft.com/office/2006/metadata/properties" xmlns:ns3="c412834d-558c-4c65-b217-eae0caaedaf9" xmlns:ns4="a4657121-eab7-457a-b950-481e5c737d88" targetNamespace="http://schemas.microsoft.com/office/2006/metadata/properties" ma:root="true" ma:fieldsID="38bbac1585e77e12c4f1eb4078040474" ns3:_="" ns4:_="">
    <xsd:import namespace="c412834d-558c-4c65-b217-eae0caaedaf9"/>
    <xsd:import namespace="a4657121-eab7-457a-b950-481e5c737d8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12834d-558c-4c65-b217-eae0caaeda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657121-eab7-457a-b950-481e5c737d8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412834d-558c-4c65-b217-eae0caaedaf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57C3EE-8AC6-472B-83B9-F8B4E33991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12834d-558c-4c65-b217-eae0caaedaf9"/>
    <ds:schemaRef ds:uri="a4657121-eab7-457a-b950-481e5c737d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591696D-A240-44EE-A17D-42EEA9B15368}">
  <ds:schemaRefs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a4657121-eab7-457a-b950-481e5c737d88"/>
    <ds:schemaRef ds:uri="c412834d-558c-4c65-b217-eae0caaedaf9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8B92B3AA-556A-4DEE-8C9A-8AB9218D918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</Words>
  <Application>Microsoft Office PowerPoint</Application>
  <PresentationFormat>Widescreen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TEAM SPORTS INTRO</vt:lpstr>
      <vt:lpstr>Teamwork</vt:lpstr>
      <vt:lpstr>Accountability</vt:lpstr>
      <vt:lpstr>Sportsmanship</vt:lpstr>
      <vt:lpstr>Offense</vt:lpstr>
      <vt:lpstr>Defense</vt:lpstr>
      <vt:lpstr>Basketball</vt:lpstr>
      <vt:lpstr>Football</vt:lpstr>
      <vt:lpstr>Volleyball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SPORTS</dc:title>
  <dc:creator>Katie Hunt</dc:creator>
  <cp:lastModifiedBy>Katie Hunt</cp:lastModifiedBy>
  <cp:revision>2</cp:revision>
  <dcterms:created xsi:type="dcterms:W3CDTF">2023-10-06T13:24:52Z</dcterms:created>
  <dcterms:modified xsi:type="dcterms:W3CDTF">2023-12-04T23:39:02Z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0x010100537481E1DCCBB043A7E4880321167946</vt:lpwstr>
  </property>
</Properties>
</file>