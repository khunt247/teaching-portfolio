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4"/>
  </p:sld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104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95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57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4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5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97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2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6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17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62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05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6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73700-2BE8-08F4-C3EA-2987B55674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07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D4EE51-5F83-43C8-BBA6-E967E60DD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r>
              <a:rPr lang="en-US" sz="6600"/>
              <a:t>INTRODUCTORY VOCABULARY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C8387-566D-9E9C-EF2B-F87537AC2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r>
              <a:rPr lang="en-US"/>
              <a:t>PHYSICAL EDUCATION</a:t>
            </a:r>
          </a:p>
        </p:txBody>
      </p:sp>
    </p:spTree>
    <p:extLst>
      <p:ext uri="{BB962C8B-B14F-4D97-AF65-F5344CB8AC3E}">
        <p14:creationId xmlns:p14="http://schemas.microsoft.com/office/powerpoint/2010/main" val="3968286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pple with measuring tape">
            <a:extLst>
              <a:ext uri="{FF2B5EF4-FFF2-40B4-BE49-F238E27FC236}">
                <a16:creationId xmlns:a16="http://schemas.microsoft.com/office/drawing/2014/main" id="{5CFF8CF4-FBD0-BA9C-19F0-8B557207F9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575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DEFFF-319B-AB84-CDCE-FCCC735C1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BODY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F25B-D575-9F2D-0873-60FDA7884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0" i="0">
                <a:effectLst/>
              </a:rPr>
              <a:t>The ratio of fat, muscle, and other tissues in the body.</a:t>
            </a:r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00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DEFFF-319B-AB84-CDCE-FCCC735C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CARDIOVASCULAR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F25B-D575-9F2D-0873-60FDA7884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Relating to the heart and blood vessels; cardiovascular exercises include activities that increase heart rate.</a:t>
            </a:r>
            <a:endParaRPr lang="en-US" dirty="0"/>
          </a:p>
        </p:txBody>
      </p:sp>
      <p:pic>
        <p:nvPicPr>
          <p:cNvPr id="1026" name="Picture 2" descr="Run Sport Exercise Vector Icon Illustration Stock Illustration - Download  Image Now - Icon, Running, Sport - iStock">
            <a:extLst>
              <a:ext uri="{FF2B5EF4-FFF2-40B4-BE49-F238E27FC236}">
                <a16:creationId xmlns:a16="http://schemas.microsoft.com/office/drawing/2014/main" id="{B43D4EEC-D3C1-1A85-CD52-D845D8DCA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18" y="3799522"/>
            <a:ext cx="2914651" cy="250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Swimming with solid fill">
            <a:extLst>
              <a:ext uri="{FF2B5EF4-FFF2-40B4-BE49-F238E27FC236}">
                <a16:creationId xmlns:a16="http://schemas.microsoft.com/office/drawing/2014/main" id="{5C3DD542-11B1-DA7F-7BF8-012156171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4720" y="3799522"/>
            <a:ext cx="2702560" cy="2702560"/>
          </a:xfrm>
          <a:prstGeom prst="rect">
            <a:avLst/>
          </a:prstGeom>
        </p:spPr>
      </p:pic>
      <p:pic>
        <p:nvPicPr>
          <p:cNvPr id="9" name="Graphic 8" descr="Cycling with solid fill">
            <a:extLst>
              <a:ext uri="{FF2B5EF4-FFF2-40B4-BE49-F238E27FC236}">
                <a16:creationId xmlns:a16="http://schemas.microsoft.com/office/drawing/2014/main" id="{4D91C8B4-D68D-C585-00EC-BBCE4E1D3B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17714" y="3529425"/>
            <a:ext cx="3050032" cy="305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84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7D03296-BABA-47AD-A5D5-ED1567270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DEFFF-319B-AB84-CDCE-FCCC735C1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61"/>
            <a:ext cx="10515600" cy="10920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FLEXIBILITY</a:t>
            </a: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84A8429-F65A-490D-96E4-1158D3E8A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396083"/>
            <a:ext cx="10515599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F25B-D575-9F2D-0873-60FDA7884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089" y="1511968"/>
            <a:ext cx="9751823" cy="582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b="0" i="0">
                <a:effectLst/>
              </a:rPr>
              <a:t>The range of motion in joints and muscles.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022291-A82B-4D23-A1E0-5F9BD6846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41136" y="1859832"/>
            <a:ext cx="109728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Yoga with solid fill">
            <a:extLst>
              <a:ext uri="{FF2B5EF4-FFF2-40B4-BE49-F238E27FC236}">
                <a16:creationId xmlns:a16="http://schemas.microsoft.com/office/drawing/2014/main" id="{E90C7EA4-C3D9-EFDD-66EC-0AF6ADC6F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8590" y="2399493"/>
            <a:ext cx="3879879" cy="3879879"/>
          </a:xfrm>
          <a:prstGeom prst="rect">
            <a:avLst/>
          </a:prstGeom>
        </p:spPr>
      </p:pic>
      <p:pic>
        <p:nvPicPr>
          <p:cNvPr id="7" name="Graphic 6" descr="Yoga with solid fill">
            <a:extLst>
              <a:ext uri="{FF2B5EF4-FFF2-40B4-BE49-F238E27FC236}">
                <a16:creationId xmlns:a16="http://schemas.microsoft.com/office/drawing/2014/main" id="{373FC956-6F49-3557-C68F-F06067BB0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3531" y="2399494"/>
            <a:ext cx="3879878" cy="387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1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umbbells on a gym floor">
            <a:extLst>
              <a:ext uri="{FF2B5EF4-FFF2-40B4-BE49-F238E27FC236}">
                <a16:creationId xmlns:a16="http://schemas.microsoft.com/office/drawing/2014/main" id="{07C702CB-851E-6B71-CCB2-5FF05A96A4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60" r="-1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DEFFF-319B-AB84-CDCE-FCCC735C1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MUSCULAR ENDURANCE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F25B-D575-9F2D-0873-60FDA7884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0" i="0" dirty="0">
                <a:effectLst/>
              </a:rPr>
              <a:t>The ability to sustain physical activity for an extended period.</a:t>
            </a:r>
            <a:endParaRPr 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57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ymnast performing on rings">
            <a:extLst>
              <a:ext uri="{FF2B5EF4-FFF2-40B4-BE49-F238E27FC236}">
                <a16:creationId xmlns:a16="http://schemas.microsoft.com/office/drawing/2014/main" id="{E378C35C-395D-3D84-BA33-0612E59885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76" r="-1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DEFFF-319B-AB84-CDCE-FCCC735C1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MUSCULAR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F25B-D575-9F2D-0873-60FDA7884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0" i="0" dirty="0">
                <a:effectLst/>
              </a:rPr>
              <a:t>The ability of muscles to exert force against resistance.</a:t>
            </a:r>
            <a:endParaRPr 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795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ettlebells on the floor">
            <a:extLst>
              <a:ext uri="{FF2B5EF4-FFF2-40B4-BE49-F238E27FC236}">
                <a16:creationId xmlns:a16="http://schemas.microsoft.com/office/drawing/2014/main" id="{FC0A954B-69AB-3B09-2257-CA1C827002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28" r="-1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DEFFF-319B-AB84-CDCE-FCCC735C1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/>
              <a:t>FITNESS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F25B-D575-9F2D-0873-60FDA7884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b="0" i="0">
                <a:effectLst/>
                <a:latin typeface="Söhne"/>
              </a:rPr>
              <a:t>The state of being physically healthy and in good shape.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96267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DEFFF-319B-AB84-CDCE-FCCC735C1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F25B-D575-9F2D-0873-60FDA7884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0" i="0">
                <a:effectLst/>
              </a:rPr>
              <a:t>Physical activity performed to improve health, strength, and endurance.</a:t>
            </a:r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Body Builder">
            <a:extLst>
              <a:ext uri="{FF2B5EF4-FFF2-40B4-BE49-F238E27FC236}">
                <a16:creationId xmlns:a16="http://schemas.microsoft.com/office/drawing/2014/main" id="{1D115B03-1EAB-A944-BA73-9DA512140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0099" y="625683"/>
            <a:ext cx="5455380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0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DEFFF-319B-AB84-CDCE-FCCC735C1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>
            <a:normAutofit/>
          </a:bodyPr>
          <a:lstStyle/>
          <a:p>
            <a:r>
              <a:rPr lang="en-US" sz="3200" dirty="0"/>
              <a:t>HYDRATE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F25B-D575-9F2D-0873-60FDA7884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5993892" cy="3560251"/>
          </a:xfrm>
        </p:spPr>
        <p:txBody>
          <a:bodyPr>
            <a:normAutofit/>
          </a:bodyPr>
          <a:lstStyle/>
          <a:p>
            <a:r>
              <a:rPr lang="en-US" sz="1800" b="0" i="0" dirty="0">
                <a:effectLst/>
                <a:latin typeface="Söhne"/>
              </a:rPr>
              <a:t>maintaining an adequate and balanced amount of water in the body to support its various physiological functions.</a:t>
            </a:r>
            <a:endParaRPr lang="en-US" sz="1800" dirty="0"/>
          </a:p>
        </p:txBody>
      </p:sp>
      <p:pic>
        <p:nvPicPr>
          <p:cNvPr id="7" name="Graphic 6" descr="Water">
            <a:extLst>
              <a:ext uri="{FF2B5EF4-FFF2-40B4-BE49-F238E27FC236}">
                <a16:creationId xmlns:a16="http://schemas.microsoft.com/office/drawing/2014/main" id="{6E47E130-B956-1E8E-2F7A-B84918B0E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9814" y="1329879"/>
            <a:ext cx="4097657" cy="409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13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DEFFF-319B-AB84-CDCE-FCCC735C1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>
            <a:normAutofit/>
          </a:bodyPr>
          <a:lstStyle/>
          <a:p>
            <a:r>
              <a:rPr lang="en-US" sz="3200" dirty="0"/>
              <a:t>HEALTH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F25B-D575-9F2D-0873-60FDA7884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5993892" cy="3560251"/>
          </a:xfrm>
        </p:spPr>
        <p:txBody>
          <a:bodyPr>
            <a:normAutofit/>
          </a:bodyPr>
          <a:lstStyle/>
          <a:p>
            <a:r>
              <a:rPr lang="en-US" sz="1800" b="0" i="0">
                <a:effectLst/>
                <a:latin typeface="Söhne"/>
              </a:rPr>
              <a:t>The overall condition of the body and mind, encompassing physical, mental, and social well-being.</a:t>
            </a:r>
            <a:endParaRPr lang="en-US" sz="1800"/>
          </a:p>
        </p:txBody>
      </p:sp>
      <p:pic>
        <p:nvPicPr>
          <p:cNvPr id="7" name="Graphic 6" descr="Health">
            <a:extLst>
              <a:ext uri="{FF2B5EF4-FFF2-40B4-BE49-F238E27FC236}">
                <a16:creationId xmlns:a16="http://schemas.microsoft.com/office/drawing/2014/main" id="{58EC7013-9EA4-4311-342A-ED28A452D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9814" y="1329879"/>
            <a:ext cx="4097657" cy="409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2917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7481E1DCCBB043A7E4880321167946" ma:contentTypeVersion="7" ma:contentTypeDescription="Create a new document." ma:contentTypeScope="" ma:versionID="20916a4356fb234729af2e2a3a7b86a0">
  <xsd:schema xmlns:xsd="http://www.w3.org/2001/XMLSchema" xmlns:xs="http://www.w3.org/2001/XMLSchema" xmlns:p="http://schemas.microsoft.com/office/2006/metadata/properties" xmlns:ns3="c412834d-558c-4c65-b217-eae0caaedaf9" xmlns:ns4="a4657121-eab7-457a-b950-481e5c737d88" targetNamespace="http://schemas.microsoft.com/office/2006/metadata/properties" ma:root="true" ma:fieldsID="38bbac1585e77e12c4f1eb4078040474" ns3:_="" ns4:_="">
    <xsd:import namespace="c412834d-558c-4c65-b217-eae0caaedaf9"/>
    <xsd:import namespace="a4657121-eab7-457a-b950-481e5c737d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12834d-558c-4c65-b217-eae0caaeda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7121-eab7-457a-b950-481e5c737d8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12834d-558c-4c65-b217-eae0caaedaf9" xsi:nil="true"/>
  </documentManagement>
</p:properties>
</file>

<file path=customXml/itemProps1.xml><?xml version="1.0" encoding="utf-8"?>
<ds:datastoreItem xmlns:ds="http://schemas.openxmlformats.org/officeDocument/2006/customXml" ds:itemID="{52184314-2F9C-48A1-BB4C-23C1286EA8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CE68CD-FC2E-4C94-9DDF-1F3794366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12834d-558c-4c65-b217-eae0caaedaf9"/>
    <ds:schemaRef ds:uri="a4657121-eab7-457a-b950-481e5c737d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62B8AC-3C65-4B0C-8073-BDE662A2E3B2}">
  <ds:schemaRefs>
    <ds:schemaRef ds:uri="http://schemas.microsoft.com/office/2006/metadata/properties"/>
    <ds:schemaRef ds:uri="c412834d-558c-4c65-b217-eae0caaedaf9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a4657121-eab7-457a-b950-481e5c737d88"/>
    <ds:schemaRef ds:uri="http://purl.org/dc/terms/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1351</TotalTime>
  <Words>137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Neue Haas Grotesk Text Pro</vt:lpstr>
      <vt:lpstr>Söhne</vt:lpstr>
      <vt:lpstr>AccentBoxVTI</vt:lpstr>
      <vt:lpstr>INTRODUCTORY VOCABULARY</vt:lpstr>
      <vt:lpstr>BODY COMPOSITION</vt:lpstr>
      <vt:lpstr>CARDIOVASCULAR HEALTH</vt:lpstr>
      <vt:lpstr>FLEXIBILITY</vt:lpstr>
      <vt:lpstr>MUSCULAR ENDURANCE</vt:lpstr>
      <vt:lpstr>MUSCULAR STRENGTH</vt:lpstr>
      <vt:lpstr>FITNESS</vt:lpstr>
      <vt:lpstr>EXERCISE</vt:lpstr>
      <vt:lpstr>HYDRATE</vt:lpstr>
      <vt:lpstr>HEALTH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INTRODUCTORY VOCABULARY</dc:title>
  <dc:creator>Katie Hunt</dc:creator>
  <cp:lastModifiedBy>Katie Hunt</cp:lastModifiedBy>
  <cp:revision>1</cp:revision>
  <dcterms:created xsi:type="dcterms:W3CDTF">2023-07-31T14:18:57Z</dcterms:created>
  <dcterms:modified xsi:type="dcterms:W3CDTF">2023-09-13T12:00:39Z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0x010100537481E1DCCBB043A7E4880321167946</vt:lpwstr>
  </property>
</Properties>
</file>