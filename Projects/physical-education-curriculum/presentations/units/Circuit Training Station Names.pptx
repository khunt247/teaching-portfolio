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2" r:id="rId5"/>
    <p:sldId id="257" r:id="rId6"/>
    <p:sldId id="258" r:id="rId7"/>
    <p:sldId id="259" r:id="rId8"/>
    <p:sldId id="260" r:id="rId9"/>
    <p:sldId id="261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5BDAD-A094-A502-261C-2DD72A01EE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E6089A-898F-53EE-9A64-D2756337EE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E6F54-1057-542F-58E9-2146A2233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DD6B-E251-474B-8FE6-AEDA8987F464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DDC8B-83FC-30F5-F55C-95CCB5151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C103A-616D-3A81-4320-095D9C91C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74F1E-46BE-410C-B5BE-8E9F8095F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680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E5EEB-D090-393C-C711-58C07486F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22368-F1A7-ADB2-F9CA-AABB8A2F0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4F33F-E1E2-38EA-D6DD-DED7F0BAE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DD6B-E251-474B-8FE6-AEDA8987F464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EC927-021C-653B-96D9-4D16951EC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D417B-F5E8-8104-4EBA-558B06877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74F1E-46BE-410C-B5BE-8E9F8095F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17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30B18-C2F4-35C8-AA8D-C8672928F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4CBC5-300C-78EB-B21E-28B548A45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28320-DC71-7D87-6F10-C1EAAF889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DD6B-E251-474B-8FE6-AEDA8987F464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FCA9E-64EA-8BB0-6D1B-721A2A42B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A22DD-CFDD-E703-4783-912A7AE33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74F1E-46BE-410C-B5BE-8E9F8095F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328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908B-B41F-8DE6-C197-74590BCB0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CB392-0199-F12D-01FB-507C2989AF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0BBB3-DB91-6FCB-C911-2A476FAC6B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1F8F8E-5803-E1EB-A67F-1D447B166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DD6B-E251-474B-8FE6-AEDA8987F464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A29814-52BE-ACAB-A6A8-416B44CD5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BD58D-554D-E5C1-F49E-3FD8DEB76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74F1E-46BE-410C-B5BE-8E9F8095F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114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D1E6A-C95F-2112-492C-818BFDBF9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4FD42-EE59-963F-0169-6B9A59816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2C0C39-069F-84D8-972C-F1639684AC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3D9D08-35B5-F4A1-72F2-F80612C06E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C2FF37-39A9-736C-80A5-235E3FD223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4DB77B-4AF7-4856-2A37-127FD4912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DD6B-E251-474B-8FE6-AEDA8987F464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744986-F5CF-05D7-0766-CC0B1B90E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638941-9A30-6F3B-5800-C84F47E6A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74F1E-46BE-410C-B5BE-8E9F8095F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572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5089C-3D60-BF42-1162-DC34AA514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160830-262E-26B3-7605-0D9390030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DD6B-E251-474B-8FE6-AEDA8987F464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E48A34-5466-4453-7030-AE54DDA3E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8B1ECC-5C00-255F-E807-D30C6AF47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74F1E-46BE-410C-B5BE-8E9F8095F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419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6E810F-F70B-D30C-5759-F99474C13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DD6B-E251-474B-8FE6-AEDA8987F464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6C1A47-6193-B867-84BF-1D3ABBB8D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9B3C71-7D90-E0F0-C0DD-DF5239FB6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74F1E-46BE-410C-B5BE-8E9F8095F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67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B23B2-1FB9-0399-132E-78255EE85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D8B61-0D37-20C1-8AC3-D2D7B6325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F9F3E4-87EF-7C84-0A67-7A87ED5EF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D84583-3C8D-F902-A8CD-749E827E1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DD6B-E251-474B-8FE6-AEDA8987F464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7C637-4CEB-BEC0-A560-09F35356D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05144-BA69-387D-ACF8-C205E20EE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74F1E-46BE-410C-B5BE-8E9F8095F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643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22174-8B5F-D0FF-15C0-331FB5DC1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80148B-2110-CD85-F4A7-BE8E8FBB30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750D7-512B-B324-81C8-F53087C4C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7E1220-CF71-669A-9AA9-B11CABBBD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DD6B-E251-474B-8FE6-AEDA8987F464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B1DA8-DF4C-2651-2FF2-DFA0E362C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46FB9-9D08-5118-B8C8-DD46523FC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74F1E-46BE-410C-B5BE-8E9F8095F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6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B089D-62F0-8973-49C1-53507A07E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1BFB8B-F5E4-D105-02DE-19984B2914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516A1-C0D8-7A15-27F5-AE2BB34B6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DD6B-E251-474B-8FE6-AEDA8987F464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99F44-70CE-A57F-C855-1C1B424F8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69701-314F-3875-AC2B-8ED8CB180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74F1E-46BE-410C-B5BE-8E9F8095F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3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533993-5A5F-11DD-D46A-0FB11E3715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E78564-DF1D-FE3F-64A8-17DB918494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E4175-2B31-3DCB-D6A8-162A1B346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DD6B-E251-474B-8FE6-AEDA8987F464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01A61-58AD-DA16-72C7-A9212210E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FED27-1892-837E-291A-0D9276E57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74F1E-46BE-410C-B5BE-8E9F8095F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67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3E10A2-D3E0-F367-3731-E95D6261A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F7BBE-1DBF-C799-5CC7-8E3C0E2B7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732F5-BF9D-3E61-90F3-D230565545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49DD6B-E251-474B-8FE6-AEDA8987F464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B514F-1982-54D3-3987-3F744165C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D28A8-BCEA-8ED3-7F33-5CF3E54393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374F1E-46BE-410C-B5BE-8E9F8095F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743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10538-1683-AEF7-9451-29876F059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6258"/>
            <a:ext cx="10515600" cy="2852737"/>
          </a:xfrm>
        </p:spPr>
        <p:txBody>
          <a:bodyPr>
            <a:normAutofit/>
          </a:bodyPr>
          <a:lstStyle/>
          <a:p>
            <a:pPr algn="ctr"/>
            <a:r>
              <a:rPr lang="en-US" sz="8000" dirty="0"/>
              <a:t>CURL UPS</a:t>
            </a:r>
          </a:p>
        </p:txBody>
      </p:sp>
    </p:spTree>
    <p:extLst>
      <p:ext uri="{BB962C8B-B14F-4D97-AF65-F5344CB8AC3E}">
        <p14:creationId xmlns:p14="http://schemas.microsoft.com/office/powerpoint/2010/main" val="665060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10538-1683-AEF7-9451-29876F059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6258"/>
            <a:ext cx="10515600" cy="2852737"/>
          </a:xfrm>
        </p:spPr>
        <p:txBody>
          <a:bodyPr>
            <a:normAutofit/>
          </a:bodyPr>
          <a:lstStyle/>
          <a:p>
            <a:pPr algn="ctr"/>
            <a:r>
              <a:rPr lang="en-US" sz="8000" dirty="0"/>
              <a:t>PUSH UPS</a:t>
            </a:r>
          </a:p>
        </p:txBody>
      </p:sp>
    </p:spTree>
    <p:extLst>
      <p:ext uri="{BB962C8B-B14F-4D97-AF65-F5344CB8AC3E}">
        <p14:creationId xmlns:p14="http://schemas.microsoft.com/office/powerpoint/2010/main" val="2814273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10538-1683-AEF7-9451-29876F059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6258"/>
            <a:ext cx="10515600" cy="2852737"/>
          </a:xfrm>
        </p:spPr>
        <p:txBody>
          <a:bodyPr>
            <a:normAutofit/>
          </a:bodyPr>
          <a:lstStyle/>
          <a:p>
            <a:pPr algn="ctr"/>
            <a:r>
              <a:rPr lang="en-US" sz="8000" dirty="0"/>
              <a:t>SQUATS</a:t>
            </a:r>
          </a:p>
        </p:txBody>
      </p:sp>
    </p:spTree>
    <p:extLst>
      <p:ext uri="{BB962C8B-B14F-4D97-AF65-F5344CB8AC3E}">
        <p14:creationId xmlns:p14="http://schemas.microsoft.com/office/powerpoint/2010/main" val="2498243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10538-1683-AEF7-9451-29876F059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6258"/>
            <a:ext cx="10515600" cy="2852737"/>
          </a:xfrm>
        </p:spPr>
        <p:txBody>
          <a:bodyPr>
            <a:normAutofit/>
          </a:bodyPr>
          <a:lstStyle/>
          <a:p>
            <a:pPr algn="ctr"/>
            <a:r>
              <a:rPr lang="en-US" sz="8000" dirty="0"/>
              <a:t>CALF RAISES</a:t>
            </a:r>
          </a:p>
        </p:txBody>
      </p:sp>
    </p:spTree>
    <p:extLst>
      <p:ext uri="{BB962C8B-B14F-4D97-AF65-F5344CB8AC3E}">
        <p14:creationId xmlns:p14="http://schemas.microsoft.com/office/powerpoint/2010/main" val="90444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10538-1683-AEF7-9451-29876F059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6258"/>
            <a:ext cx="10515600" cy="2852737"/>
          </a:xfrm>
        </p:spPr>
        <p:txBody>
          <a:bodyPr>
            <a:normAutofit/>
          </a:bodyPr>
          <a:lstStyle/>
          <a:p>
            <a:pPr algn="ctr"/>
            <a:r>
              <a:rPr lang="en-US" sz="8000" dirty="0"/>
              <a:t>JUMPING JACKS</a:t>
            </a:r>
          </a:p>
        </p:txBody>
      </p:sp>
    </p:spTree>
    <p:extLst>
      <p:ext uri="{BB962C8B-B14F-4D97-AF65-F5344CB8AC3E}">
        <p14:creationId xmlns:p14="http://schemas.microsoft.com/office/powerpoint/2010/main" val="3067439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10538-1683-AEF7-9451-29876F059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1374"/>
            <a:ext cx="10515600" cy="2852737"/>
          </a:xfrm>
        </p:spPr>
        <p:txBody>
          <a:bodyPr>
            <a:normAutofit/>
          </a:bodyPr>
          <a:lstStyle/>
          <a:p>
            <a:pPr algn="ctr"/>
            <a:r>
              <a:rPr lang="en-US" sz="8000" dirty="0"/>
              <a:t>ALTERNATING LUNGES</a:t>
            </a:r>
          </a:p>
        </p:txBody>
      </p:sp>
    </p:spTree>
    <p:extLst>
      <p:ext uri="{BB962C8B-B14F-4D97-AF65-F5344CB8AC3E}">
        <p14:creationId xmlns:p14="http://schemas.microsoft.com/office/powerpoint/2010/main" val="3878584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10538-1683-AEF7-9451-29876F059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1374"/>
            <a:ext cx="10515600" cy="2852737"/>
          </a:xfrm>
        </p:spPr>
        <p:txBody>
          <a:bodyPr>
            <a:normAutofit/>
          </a:bodyPr>
          <a:lstStyle/>
          <a:p>
            <a:pPr algn="ctr"/>
            <a:r>
              <a:rPr lang="en-US" sz="8000" dirty="0"/>
              <a:t>AB CIRUIT</a:t>
            </a:r>
          </a:p>
        </p:txBody>
      </p:sp>
    </p:spTree>
    <p:extLst>
      <p:ext uri="{BB962C8B-B14F-4D97-AF65-F5344CB8AC3E}">
        <p14:creationId xmlns:p14="http://schemas.microsoft.com/office/powerpoint/2010/main" val="3509273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10538-1683-AEF7-9451-29876F059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1374"/>
            <a:ext cx="10515600" cy="2852737"/>
          </a:xfrm>
        </p:spPr>
        <p:txBody>
          <a:bodyPr>
            <a:normAutofit/>
          </a:bodyPr>
          <a:lstStyle/>
          <a:p>
            <a:pPr algn="ctr"/>
            <a:r>
              <a:rPr lang="en-US" sz="8000" dirty="0"/>
              <a:t>MOUNTAIN CLIMBERS</a:t>
            </a:r>
          </a:p>
        </p:txBody>
      </p:sp>
    </p:spTree>
    <p:extLst>
      <p:ext uri="{BB962C8B-B14F-4D97-AF65-F5344CB8AC3E}">
        <p14:creationId xmlns:p14="http://schemas.microsoft.com/office/powerpoint/2010/main" val="1723986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7481E1DCCBB043A7E4880321167946" ma:contentTypeVersion="7" ma:contentTypeDescription="Create a new document." ma:contentTypeScope="" ma:versionID="20916a4356fb234729af2e2a3a7b86a0">
  <xsd:schema xmlns:xsd="http://www.w3.org/2001/XMLSchema" xmlns:xs="http://www.w3.org/2001/XMLSchema" xmlns:p="http://schemas.microsoft.com/office/2006/metadata/properties" xmlns:ns3="c412834d-558c-4c65-b217-eae0caaedaf9" xmlns:ns4="a4657121-eab7-457a-b950-481e5c737d88" targetNamespace="http://schemas.microsoft.com/office/2006/metadata/properties" ma:root="true" ma:fieldsID="38bbac1585e77e12c4f1eb4078040474" ns3:_="" ns4:_="">
    <xsd:import namespace="c412834d-558c-4c65-b217-eae0caaedaf9"/>
    <xsd:import namespace="a4657121-eab7-457a-b950-481e5c737d8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12834d-558c-4c65-b217-eae0caaeda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657121-eab7-457a-b950-481e5c737d8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412834d-558c-4c65-b217-eae0caaedaf9" xsi:nil="true"/>
  </documentManagement>
</p:properties>
</file>

<file path=customXml/itemProps1.xml><?xml version="1.0" encoding="utf-8"?>
<ds:datastoreItem xmlns:ds="http://schemas.openxmlformats.org/officeDocument/2006/customXml" ds:itemID="{2EE4B0B4-48F1-4D59-8054-133604E496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12834d-558c-4c65-b217-eae0caaedaf9"/>
    <ds:schemaRef ds:uri="a4657121-eab7-457a-b950-481e5c737d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13D6406-F0E3-4BC5-A105-7CC5E886C58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E1F420A-1B58-4B39-95FD-2F35DF77BE6A}">
  <ds:schemaRefs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2006/documentManagement/types"/>
    <ds:schemaRef ds:uri="a4657121-eab7-457a-b950-481e5c737d88"/>
    <ds:schemaRef ds:uri="c412834d-558c-4c65-b217-eae0caaedaf9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CURL UPS</vt:lpstr>
      <vt:lpstr>PUSH UPS</vt:lpstr>
      <vt:lpstr>SQUATS</vt:lpstr>
      <vt:lpstr>CALF RAISES</vt:lpstr>
      <vt:lpstr>JUMPING JACKS</vt:lpstr>
      <vt:lpstr>ALTERNATING LUNGES</vt:lpstr>
      <vt:lpstr>AB CIRUIT</vt:lpstr>
      <vt:lpstr>MOUNTAIN CLIMBERS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CURL UPS</dc:title>
  <dc:creator>Katie Hunt</dc:creator>
  <cp:lastModifiedBy>Katie Hunt</cp:lastModifiedBy>
  <cp:revision>2</cp:revision>
  <dcterms:created xsi:type="dcterms:W3CDTF">2023-09-05T12:00:48Z</dcterms:created>
  <dcterms:modified xsi:type="dcterms:W3CDTF">2023-09-13T12:00:16Z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0x010100537481E1DCCBB043A7E4880321167946</vt:lpwstr>
  </property>
</Properties>
</file>