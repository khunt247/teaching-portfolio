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A3B0B1-CB38-4C5F-87D3-40C39A71AFD6}" v="7" dt="2023-09-13T11:59:44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94D3-AEA7-1CFF-59EC-88D35989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C8E67-CF8A-3EBF-5F0B-9B476E651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0B2B4-601D-6E29-B23E-98DDCBE21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803C9-2D98-90A8-A9E1-578BF17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77D29-1DB3-F011-9DD9-9EDCA2D74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2668-5314-5F51-29BD-40BCED1E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094D8-F717-3FCD-2A6E-F2A3AE055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E5F3-CF1D-CE6B-3AEF-685ECA88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78224-F1C2-64CD-ED73-62CD8956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8C921-BFAD-2639-15FF-0E457704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0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34AD-2FF5-2708-3992-B86366FE0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17CC8-4ACB-3694-783A-28E17B25C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7BE1A-70A4-BD81-F928-93207F2E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5F6B5-6B82-6FD4-7303-14BBBFD9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EB874-230C-8735-A466-DEB0E388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6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9290-5179-DD0F-9468-C5292057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CC847-9E96-B9E1-6AF4-57D05DFB4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33F4D-F92D-0BCF-E93F-A9AD3EC71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B0C9B-7AC2-FB28-C6CE-97DFDDBDF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5559B-6FB0-B437-6B07-788D6FE2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99BD1-4350-D6B9-CEAD-B9E8263C0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5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E583-B3DE-1243-3C10-D3ECBB5B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AB917-96EC-DBBC-332C-DD555592C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AF5B4-22EB-92BC-E80E-8988AE8F7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2D7EE-5607-21C2-FA96-6C679E033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18F5B-FCCF-AD20-FF92-4765FEE69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8FFE60-093D-8907-D637-107F52D3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1A4D5-43C0-113F-D287-B8ED5A5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998BB-DF41-70E4-9A38-0E0D8F7A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F6EA-92E1-7199-DAEC-9632E40E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9C25D-CEB3-3341-78D2-360E4B4A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92F9D-C38C-D3F7-4BA0-7C1CCEB9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8467D-1ABB-438A-301E-891AE43D3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3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6A5D1-E7CA-7F68-9E76-297EA429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B2007-09BC-6D9B-676F-23A1BB62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41EB3-B801-6035-8973-C4482811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6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1AF5-0912-A534-068A-B6FA22C1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1D23B-8F51-9EEF-81AE-17A28D3A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A2CB1-F8A4-E9C1-CB32-A7365B880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3289B-E7DA-B289-B073-3EE351E45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51E2D-CDD3-B23E-3B5B-AA582525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0193C-7CF4-0004-E9BD-AA5C860A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46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571E-DCC5-1D2A-A5F4-B6B4EBBE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D8EA7-B4A9-2B17-711E-9CA8229DE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A70E2-A636-1A2C-768B-D5F3A5C82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8F848-1D55-4724-AD80-4F610955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C46EB-98A6-1FD4-1747-65DFD650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ACABF-1A39-FCA9-E806-3ACDADE3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4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EE4A-570F-934F-6100-4F74D398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D9EBC-9A1A-000F-6ECA-345C2F92B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31DC-53B1-AEEC-E18D-F030F7F1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25275-6791-776E-CAA0-AB28F7D8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0938E-201B-0C69-AB2B-0CA482DC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2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33C76-C58E-9075-9CDD-927239B83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97E8E-58DB-0ED3-A98A-8216F2FD2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B4BFF-C343-EF1F-6DD1-E5C6221E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41618-EC8C-3AA0-3EF7-2A4540DF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F6CD1-D618-77B0-B9C0-82404580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5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364D5-0170-0CFB-B42B-6017DBD9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96AE2-3294-AE6E-A9D7-1241C3E00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13EE1-BDCB-F3D5-2D47-ADC28C8C5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FC1F8-86C8-462C-A41D-0804234E5EDB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BA1A-478E-6A55-9048-19338E1FA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83DCC-43EE-A8F1-FD31-09423BEED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9C31-9322-407B-B58C-A16F9203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5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JuvI_IRRjE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ym equipment set up in room">
            <a:extLst>
              <a:ext uri="{FF2B5EF4-FFF2-40B4-BE49-F238E27FC236}">
                <a16:creationId xmlns:a16="http://schemas.microsoft.com/office/drawing/2014/main" id="{123666A1-F799-53D3-63C5-F12FB87BFD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4" b="4066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77205-8485-3008-8084-2F2BC9ACA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CIRCUIT TRAINING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CB07-A1F3-7BB6-41CD-95DB8DFCD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PHYSICAL EDUCATION</a:t>
            </a:r>
          </a:p>
        </p:txBody>
      </p:sp>
    </p:spTree>
    <p:extLst>
      <p:ext uri="{BB962C8B-B14F-4D97-AF65-F5344CB8AC3E}">
        <p14:creationId xmlns:p14="http://schemas.microsoft.com/office/powerpoint/2010/main" val="131029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What Is Circuit Training - Health Benefits Of Circuit Training- Is Circuit Training Good">
            <a:hlinkClick r:id="" action="ppaction://media"/>
            <a:extLst>
              <a:ext uri="{FF2B5EF4-FFF2-40B4-BE49-F238E27FC236}">
                <a16:creationId xmlns:a16="http://schemas.microsoft.com/office/drawing/2014/main" id="{DC5ABAF5-8305-1802-329D-83145CBAD2E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8676" y="105103"/>
            <a:ext cx="11803117" cy="666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4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0873-B339-A5BB-A959-507A289FE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491" y="2692400"/>
            <a:ext cx="10825018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TRUE or FALSE: CAN CIRCUIT TRAINING IMPROVE MUSCULAR STRENGTH, MUSCULAR ENDURANCE AND YOUR CARDIOVASCULAR ENDURANCE SIMULTANEOUSLY?</a:t>
            </a:r>
          </a:p>
        </p:txBody>
      </p:sp>
    </p:spTree>
    <p:extLst>
      <p:ext uri="{BB962C8B-B14F-4D97-AF65-F5344CB8AC3E}">
        <p14:creationId xmlns:p14="http://schemas.microsoft.com/office/powerpoint/2010/main" val="62915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0873-B339-A5BB-A959-507A289FE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95" y="176404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EXAMPLES OF CIRCUIT TRAINING EXERCISES?</a:t>
            </a:r>
          </a:p>
        </p:txBody>
      </p:sp>
    </p:spTree>
    <p:extLst>
      <p:ext uri="{BB962C8B-B14F-4D97-AF65-F5344CB8AC3E}">
        <p14:creationId xmlns:p14="http://schemas.microsoft.com/office/powerpoint/2010/main" val="4008007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75DB-6CFC-72EC-D5ED-E0B87AAA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963780"/>
            <a:ext cx="10515600" cy="2852737"/>
          </a:xfrm>
        </p:spPr>
        <p:txBody>
          <a:bodyPr>
            <a:normAutofit fontScale="90000"/>
          </a:bodyPr>
          <a:lstStyle/>
          <a:p>
            <a:r>
              <a:rPr lang="en-US" dirty="0"/>
              <a:t>TODAY’S CIRCUIT TRAINING WILL INCLUDE THREE ROUNDS LASTING 30 SECOND CONTAINING 5 EXERCISES.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948B2-D4F7-B75A-BD2D-CD57D0F7B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3923715"/>
            <a:ext cx="10986503" cy="150018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YOU WILL ROTATE FROM STATION TO STATION BY WITH YOUR RESPECTIVE GROUP.</a:t>
            </a:r>
          </a:p>
        </p:txBody>
      </p:sp>
    </p:spTree>
    <p:extLst>
      <p:ext uri="{BB962C8B-B14F-4D97-AF65-F5344CB8AC3E}">
        <p14:creationId xmlns:p14="http://schemas.microsoft.com/office/powerpoint/2010/main" val="3126597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8FA12A-2335-4A36-8DE2-BD95E8C83906}">
  <ds:schemaRefs>
    <ds:schemaRef ds:uri="c412834d-558c-4c65-b217-eae0caaedaf9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a4657121-eab7-457a-b950-481e5c737d88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FDD780B-CFE1-45F3-810A-87381BC189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817F3C-4554-41B4-9A61-E62CB7C3C3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58</Words>
  <Application>Microsoft Office PowerPoint</Application>
  <PresentationFormat>Widescreen</PresentationFormat>
  <Paragraphs>6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CIRCUIT TRAINING </vt:lpstr>
      <vt:lpstr>PowerPoint Presentation</vt:lpstr>
      <vt:lpstr>TRUE or FALSE: CAN CIRCUIT TRAINING IMPROVE MUSCULAR STRENGTH, MUSCULAR ENDURANCE AND YOUR CARDIOVASCULAR ENDURANCE SIMULTANEOUSLY?</vt:lpstr>
      <vt:lpstr>WHAT ARE EXAMPLES OF CIRCUIT TRAINING EXERCISES?</vt:lpstr>
      <vt:lpstr>TODAY’S CIRCUIT TRAINING WILL INCLUDE THREE ROUNDS LASTING 30 SECOND CONTAINING 5 EXERCISES.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Training</dc:title>
  <dc:creator>Katie Hunt</dc:creator>
  <cp:lastModifiedBy>Katie Hunt</cp:lastModifiedBy>
  <cp:revision>2</cp:revision>
  <dcterms:created xsi:type="dcterms:W3CDTF">2023-09-05T12:22:40Z</dcterms:created>
  <dcterms:modified xsi:type="dcterms:W3CDTF">2023-09-13T11:59:44Z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