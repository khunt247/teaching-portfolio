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2F4334-8A0D-4B64-B52E-606943A31490}" v="1" dt="2023-12-04T23:41:38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86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240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08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15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977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16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7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8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5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5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4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12/4/2023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7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q2_aphWUhJo?feature=oembe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35AE2F-5E3A-49D9-8DE1-8A333BA40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Shooting Basketball In The Ring">
            <a:extLst>
              <a:ext uri="{FF2B5EF4-FFF2-40B4-BE49-F238E27FC236}">
                <a16:creationId xmlns:a16="http://schemas.microsoft.com/office/drawing/2014/main" id="{9E4DF2C6-03B0-293E-42A4-8ABBC41552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-1" b="258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79EB4626-023C-436D-9F57-9EB460809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902700 h 5416094"/>
              <a:gd name="connsiteX1" fmla="*/ 902700 w 10515600"/>
              <a:gd name="connsiteY1" fmla="*/ 0 h 5416094"/>
              <a:gd name="connsiteX2" fmla="*/ 1746919 w 10515600"/>
              <a:gd name="connsiteY2" fmla="*/ 0 h 5416094"/>
              <a:gd name="connsiteX3" fmla="*/ 2242731 w 10515600"/>
              <a:gd name="connsiteY3" fmla="*/ 0 h 5416094"/>
              <a:gd name="connsiteX4" fmla="*/ 2912746 w 10515600"/>
              <a:gd name="connsiteY4" fmla="*/ 0 h 5416094"/>
              <a:gd name="connsiteX5" fmla="*/ 3321456 w 10515600"/>
              <a:gd name="connsiteY5" fmla="*/ 0 h 5416094"/>
              <a:gd name="connsiteX6" fmla="*/ 4165675 w 10515600"/>
              <a:gd name="connsiteY6" fmla="*/ 0 h 5416094"/>
              <a:gd name="connsiteX7" fmla="*/ 4835690 w 10515600"/>
              <a:gd name="connsiteY7" fmla="*/ 0 h 5416094"/>
              <a:gd name="connsiteX8" fmla="*/ 5679910 w 10515600"/>
              <a:gd name="connsiteY8" fmla="*/ 0 h 5416094"/>
              <a:gd name="connsiteX9" fmla="*/ 6262823 w 10515600"/>
              <a:gd name="connsiteY9" fmla="*/ 0 h 5416094"/>
              <a:gd name="connsiteX10" fmla="*/ 6758634 w 10515600"/>
              <a:gd name="connsiteY10" fmla="*/ 0 h 5416094"/>
              <a:gd name="connsiteX11" fmla="*/ 7428650 w 10515600"/>
              <a:gd name="connsiteY11" fmla="*/ 0 h 5416094"/>
              <a:gd name="connsiteX12" fmla="*/ 8185767 w 10515600"/>
              <a:gd name="connsiteY12" fmla="*/ 0 h 5416094"/>
              <a:gd name="connsiteX13" fmla="*/ 9029987 w 10515600"/>
              <a:gd name="connsiteY13" fmla="*/ 0 h 5416094"/>
              <a:gd name="connsiteX14" fmla="*/ 9612900 w 10515600"/>
              <a:gd name="connsiteY14" fmla="*/ 0 h 5416094"/>
              <a:gd name="connsiteX15" fmla="*/ 10515600 w 10515600"/>
              <a:gd name="connsiteY15" fmla="*/ 902700 h 5416094"/>
              <a:gd name="connsiteX16" fmla="*/ 10515600 w 10515600"/>
              <a:gd name="connsiteY16" fmla="*/ 1396162 h 5416094"/>
              <a:gd name="connsiteX17" fmla="*/ 10515600 w 10515600"/>
              <a:gd name="connsiteY17" fmla="*/ 2034051 h 5416094"/>
              <a:gd name="connsiteX18" fmla="*/ 10515600 w 10515600"/>
              <a:gd name="connsiteY18" fmla="*/ 2599726 h 5416094"/>
              <a:gd name="connsiteX19" fmla="*/ 10515600 w 10515600"/>
              <a:gd name="connsiteY19" fmla="*/ 3129295 h 5416094"/>
              <a:gd name="connsiteX20" fmla="*/ 10515600 w 10515600"/>
              <a:gd name="connsiteY20" fmla="*/ 3622756 h 5416094"/>
              <a:gd name="connsiteX21" fmla="*/ 10515600 w 10515600"/>
              <a:gd name="connsiteY21" fmla="*/ 4513394 h 5416094"/>
              <a:gd name="connsiteX22" fmla="*/ 9612900 w 10515600"/>
              <a:gd name="connsiteY22" fmla="*/ 5416094 h 5416094"/>
              <a:gd name="connsiteX23" fmla="*/ 8855783 w 10515600"/>
              <a:gd name="connsiteY23" fmla="*/ 5416094 h 5416094"/>
              <a:gd name="connsiteX24" fmla="*/ 8272869 w 10515600"/>
              <a:gd name="connsiteY24" fmla="*/ 5416094 h 5416094"/>
              <a:gd name="connsiteX25" fmla="*/ 7428650 w 10515600"/>
              <a:gd name="connsiteY25" fmla="*/ 5416094 h 5416094"/>
              <a:gd name="connsiteX26" fmla="*/ 6932838 w 10515600"/>
              <a:gd name="connsiteY26" fmla="*/ 5416094 h 5416094"/>
              <a:gd name="connsiteX27" fmla="*/ 6088619 w 10515600"/>
              <a:gd name="connsiteY27" fmla="*/ 5416094 h 5416094"/>
              <a:gd name="connsiteX28" fmla="*/ 5592808 w 10515600"/>
              <a:gd name="connsiteY28" fmla="*/ 5416094 h 5416094"/>
              <a:gd name="connsiteX29" fmla="*/ 4835690 w 10515600"/>
              <a:gd name="connsiteY29" fmla="*/ 5416094 h 5416094"/>
              <a:gd name="connsiteX30" fmla="*/ 3991471 w 10515600"/>
              <a:gd name="connsiteY30" fmla="*/ 5416094 h 5416094"/>
              <a:gd name="connsiteX31" fmla="*/ 3582762 w 10515600"/>
              <a:gd name="connsiteY31" fmla="*/ 5416094 h 5416094"/>
              <a:gd name="connsiteX32" fmla="*/ 2738542 w 10515600"/>
              <a:gd name="connsiteY32" fmla="*/ 5416094 h 5416094"/>
              <a:gd name="connsiteX33" fmla="*/ 1894323 w 10515600"/>
              <a:gd name="connsiteY33" fmla="*/ 5416094 h 5416094"/>
              <a:gd name="connsiteX34" fmla="*/ 1485613 w 10515600"/>
              <a:gd name="connsiteY34" fmla="*/ 5416094 h 5416094"/>
              <a:gd name="connsiteX35" fmla="*/ 902700 w 10515600"/>
              <a:gd name="connsiteY35" fmla="*/ 5416094 h 5416094"/>
              <a:gd name="connsiteX36" fmla="*/ 0 w 10515600"/>
              <a:gd name="connsiteY36" fmla="*/ 4513394 h 5416094"/>
              <a:gd name="connsiteX37" fmla="*/ 0 w 10515600"/>
              <a:gd name="connsiteY37" fmla="*/ 3983826 h 5416094"/>
              <a:gd name="connsiteX38" fmla="*/ 0 w 10515600"/>
              <a:gd name="connsiteY38" fmla="*/ 3490364 h 5416094"/>
              <a:gd name="connsiteX39" fmla="*/ 0 w 10515600"/>
              <a:gd name="connsiteY39" fmla="*/ 2816368 h 5416094"/>
              <a:gd name="connsiteX40" fmla="*/ 0 w 10515600"/>
              <a:gd name="connsiteY40" fmla="*/ 2142372 h 5416094"/>
              <a:gd name="connsiteX41" fmla="*/ 0 w 10515600"/>
              <a:gd name="connsiteY41" fmla="*/ 1648910 h 5416094"/>
              <a:gd name="connsiteX42" fmla="*/ 0 w 10515600"/>
              <a:gd name="connsiteY42" fmla="*/ 90270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515600" h="5416094" fill="none" extrusionOk="0">
                <a:moveTo>
                  <a:pt x="0" y="902700"/>
                </a:moveTo>
                <a:cubicBezTo>
                  <a:pt x="-19339" y="382027"/>
                  <a:pt x="461614" y="-62174"/>
                  <a:pt x="902700" y="0"/>
                </a:cubicBezTo>
                <a:cubicBezTo>
                  <a:pt x="1262668" y="8044"/>
                  <a:pt x="1440695" y="-31846"/>
                  <a:pt x="1746919" y="0"/>
                </a:cubicBezTo>
                <a:cubicBezTo>
                  <a:pt x="2053143" y="31846"/>
                  <a:pt x="2032928" y="-12671"/>
                  <a:pt x="2242731" y="0"/>
                </a:cubicBezTo>
                <a:cubicBezTo>
                  <a:pt x="2452534" y="12671"/>
                  <a:pt x="2641794" y="-21752"/>
                  <a:pt x="2912746" y="0"/>
                </a:cubicBezTo>
                <a:cubicBezTo>
                  <a:pt x="3183699" y="21752"/>
                  <a:pt x="3189987" y="20419"/>
                  <a:pt x="3321456" y="0"/>
                </a:cubicBezTo>
                <a:cubicBezTo>
                  <a:pt x="3452925" y="-20419"/>
                  <a:pt x="3775727" y="742"/>
                  <a:pt x="4165675" y="0"/>
                </a:cubicBezTo>
                <a:cubicBezTo>
                  <a:pt x="4555623" y="-742"/>
                  <a:pt x="4540466" y="25386"/>
                  <a:pt x="4835690" y="0"/>
                </a:cubicBezTo>
                <a:cubicBezTo>
                  <a:pt x="5130914" y="-25386"/>
                  <a:pt x="5430015" y="14537"/>
                  <a:pt x="5679910" y="0"/>
                </a:cubicBezTo>
                <a:cubicBezTo>
                  <a:pt x="5929805" y="-14537"/>
                  <a:pt x="5992815" y="15277"/>
                  <a:pt x="6262823" y="0"/>
                </a:cubicBezTo>
                <a:cubicBezTo>
                  <a:pt x="6532831" y="-15277"/>
                  <a:pt x="6584465" y="-1217"/>
                  <a:pt x="6758634" y="0"/>
                </a:cubicBezTo>
                <a:cubicBezTo>
                  <a:pt x="6932803" y="1217"/>
                  <a:pt x="7223295" y="29394"/>
                  <a:pt x="7428650" y="0"/>
                </a:cubicBezTo>
                <a:cubicBezTo>
                  <a:pt x="7634005" y="-29394"/>
                  <a:pt x="7995773" y="8897"/>
                  <a:pt x="8185767" y="0"/>
                </a:cubicBezTo>
                <a:cubicBezTo>
                  <a:pt x="8375761" y="-8897"/>
                  <a:pt x="8805707" y="34597"/>
                  <a:pt x="9029987" y="0"/>
                </a:cubicBezTo>
                <a:cubicBezTo>
                  <a:pt x="9254267" y="-34597"/>
                  <a:pt x="9324614" y="-16829"/>
                  <a:pt x="9612900" y="0"/>
                </a:cubicBezTo>
                <a:cubicBezTo>
                  <a:pt x="10155739" y="86128"/>
                  <a:pt x="10564208" y="390468"/>
                  <a:pt x="10515600" y="902700"/>
                </a:cubicBezTo>
                <a:cubicBezTo>
                  <a:pt x="10506536" y="1129738"/>
                  <a:pt x="10511576" y="1179574"/>
                  <a:pt x="10515600" y="1396162"/>
                </a:cubicBezTo>
                <a:cubicBezTo>
                  <a:pt x="10519624" y="1612750"/>
                  <a:pt x="10523491" y="1748819"/>
                  <a:pt x="10515600" y="2034051"/>
                </a:cubicBezTo>
                <a:cubicBezTo>
                  <a:pt x="10507709" y="2319283"/>
                  <a:pt x="10516247" y="2386435"/>
                  <a:pt x="10515600" y="2599726"/>
                </a:cubicBezTo>
                <a:cubicBezTo>
                  <a:pt x="10514953" y="2813018"/>
                  <a:pt x="10537663" y="2917734"/>
                  <a:pt x="10515600" y="3129295"/>
                </a:cubicBezTo>
                <a:cubicBezTo>
                  <a:pt x="10493537" y="3340856"/>
                  <a:pt x="10505648" y="3444110"/>
                  <a:pt x="10515600" y="3622756"/>
                </a:cubicBezTo>
                <a:cubicBezTo>
                  <a:pt x="10525552" y="3801402"/>
                  <a:pt x="10536187" y="4161567"/>
                  <a:pt x="10515600" y="4513394"/>
                </a:cubicBezTo>
                <a:cubicBezTo>
                  <a:pt x="10500032" y="5008650"/>
                  <a:pt x="10187846" y="5431372"/>
                  <a:pt x="9612900" y="5416094"/>
                </a:cubicBezTo>
                <a:cubicBezTo>
                  <a:pt x="9285478" y="5425165"/>
                  <a:pt x="9106842" y="5381882"/>
                  <a:pt x="8855783" y="5416094"/>
                </a:cubicBezTo>
                <a:cubicBezTo>
                  <a:pt x="8604724" y="5450306"/>
                  <a:pt x="8395568" y="5391734"/>
                  <a:pt x="8272869" y="5416094"/>
                </a:cubicBezTo>
                <a:cubicBezTo>
                  <a:pt x="8150170" y="5440454"/>
                  <a:pt x="7650175" y="5418370"/>
                  <a:pt x="7428650" y="5416094"/>
                </a:cubicBezTo>
                <a:cubicBezTo>
                  <a:pt x="7207125" y="5413818"/>
                  <a:pt x="7054368" y="5412852"/>
                  <a:pt x="6932838" y="5416094"/>
                </a:cubicBezTo>
                <a:cubicBezTo>
                  <a:pt x="6811308" y="5419336"/>
                  <a:pt x="6283286" y="5378872"/>
                  <a:pt x="6088619" y="5416094"/>
                </a:cubicBezTo>
                <a:cubicBezTo>
                  <a:pt x="5893952" y="5453316"/>
                  <a:pt x="5785181" y="5416866"/>
                  <a:pt x="5592808" y="5416094"/>
                </a:cubicBezTo>
                <a:cubicBezTo>
                  <a:pt x="5400435" y="5415322"/>
                  <a:pt x="5118546" y="5450296"/>
                  <a:pt x="4835690" y="5416094"/>
                </a:cubicBezTo>
                <a:cubicBezTo>
                  <a:pt x="4552834" y="5381892"/>
                  <a:pt x="4334158" y="5455657"/>
                  <a:pt x="3991471" y="5416094"/>
                </a:cubicBezTo>
                <a:cubicBezTo>
                  <a:pt x="3648784" y="5376531"/>
                  <a:pt x="3714393" y="5419602"/>
                  <a:pt x="3582762" y="5416094"/>
                </a:cubicBezTo>
                <a:cubicBezTo>
                  <a:pt x="3451131" y="5412586"/>
                  <a:pt x="3139831" y="5440765"/>
                  <a:pt x="2738542" y="5416094"/>
                </a:cubicBezTo>
                <a:cubicBezTo>
                  <a:pt x="2337253" y="5391423"/>
                  <a:pt x="2190895" y="5414277"/>
                  <a:pt x="1894323" y="5416094"/>
                </a:cubicBezTo>
                <a:cubicBezTo>
                  <a:pt x="1597751" y="5417911"/>
                  <a:pt x="1581359" y="5415686"/>
                  <a:pt x="1485613" y="5416094"/>
                </a:cubicBezTo>
                <a:cubicBezTo>
                  <a:pt x="1389867" y="5416503"/>
                  <a:pt x="1024032" y="5431199"/>
                  <a:pt x="902700" y="5416094"/>
                </a:cubicBezTo>
                <a:cubicBezTo>
                  <a:pt x="528543" y="5413384"/>
                  <a:pt x="72262" y="4937846"/>
                  <a:pt x="0" y="4513394"/>
                </a:cubicBezTo>
                <a:cubicBezTo>
                  <a:pt x="19061" y="4384908"/>
                  <a:pt x="-14688" y="4099856"/>
                  <a:pt x="0" y="3983826"/>
                </a:cubicBezTo>
                <a:cubicBezTo>
                  <a:pt x="14688" y="3867796"/>
                  <a:pt x="23320" y="3727066"/>
                  <a:pt x="0" y="3490364"/>
                </a:cubicBezTo>
                <a:cubicBezTo>
                  <a:pt x="-23320" y="3253662"/>
                  <a:pt x="28367" y="3042836"/>
                  <a:pt x="0" y="2816368"/>
                </a:cubicBezTo>
                <a:cubicBezTo>
                  <a:pt x="-28367" y="2589900"/>
                  <a:pt x="26490" y="2414375"/>
                  <a:pt x="0" y="2142372"/>
                </a:cubicBezTo>
                <a:cubicBezTo>
                  <a:pt x="-26490" y="1870369"/>
                  <a:pt x="-12149" y="1868714"/>
                  <a:pt x="0" y="1648910"/>
                </a:cubicBezTo>
                <a:cubicBezTo>
                  <a:pt x="12149" y="1429106"/>
                  <a:pt x="-30083" y="1234771"/>
                  <a:pt x="0" y="902700"/>
                </a:cubicBezTo>
                <a:close/>
              </a:path>
              <a:path w="10515600" h="5416094" stroke="0" extrusionOk="0">
                <a:moveTo>
                  <a:pt x="0" y="902700"/>
                </a:moveTo>
                <a:cubicBezTo>
                  <a:pt x="-57306" y="368805"/>
                  <a:pt x="305054" y="37193"/>
                  <a:pt x="902700" y="0"/>
                </a:cubicBezTo>
                <a:cubicBezTo>
                  <a:pt x="1280419" y="-35006"/>
                  <a:pt x="1407743" y="-35339"/>
                  <a:pt x="1746919" y="0"/>
                </a:cubicBezTo>
                <a:cubicBezTo>
                  <a:pt x="2086095" y="35339"/>
                  <a:pt x="2146539" y="-12333"/>
                  <a:pt x="2329833" y="0"/>
                </a:cubicBezTo>
                <a:cubicBezTo>
                  <a:pt x="2513127" y="12333"/>
                  <a:pt x="2706706" y="12952"/>
                  <a:pt x="2825644" y="0"/>
                </a:cubicBezTo>
                <a:cubicBezTo>
                  <a:pt x="2944582" y="-12952"/>
                  <a:pt x="3420817" y="-27100"/>
                  <a:pt x="3582762" y="0"/>
                </a:cubicBezTo>
                <a:cubicBezTo>
                  <a:pt x="3744707" y="27100"/>
                  <a:pt x="4023584" y="-9167"/>
                  <a:pt x="4165675" y="0"/>
                </a:cubicBezTo>
                <a:cubicBezTo>
                  <a:pt x="4307766" y="9167"/>
                  <a:pt x="4770188" y="27031"/>
                  <a:pt x="5009894" y="0"/>
                </a:cubicBezTo>
                <a:cubicBezTo>
                  <a:pt x="5249600" y="-27031"/>
                  <a:pt x="5349881" y="-194"/>
                  <a:pt x="5505706" y="0"/>
                </a:cubicBezTo>
                <a:cubicBezTo>
                  <a:pt x="5661531" y="194"/>
                  <a:pt x="6129254" y="-29363"/>
                  <a:pt x="6349925" y="0"/>
                </a:cubicBezTo>
                <a:cubicBezTo>
                  <a:pt x="6570596" y="29363"/>
                  <a:pt x="6581199" y="-14617"/>
                  <a:pt x="6758634" y="0"/>
                </a:cubicBezTo>
                <a:cubicBezTo>
                  <a:pt x="6936069" y="14617"/>
                  <a:pt x="7246491" y="25675"/>
                  <a:pt x="7428650" y="0"/>
                </a:cubicBezTo>
                <a:cubicBezTo>
                  <a:pt x="7610809" y="-25675"/>
                  <a:pt x="7825190" y="-17078"/>
                  <a:pt x="8098665" y="0"/>
                </a:cubicBezTo>
                <a:cubicBezTo>
                  <a:pt x="8372141" y="17078"/>
                  <a:pt x="8559625" y="-21568"/>
                  <a:pt x="8681579" y="0"/>
                </a:cubicBezTo>
                <a:cubicBezTo>
                  <a:pt x="8803533" y="21568"/>
                  <a:pt x="9307226" y="-46066"/>
                  <a:pt x="9612900" y="0"/>
                </a:cubicBezTo>
                <a:cubicBezTo>
                  <a:pt x="10119954" y="-10560"/>
                  <a:pt x="10418674" y="366684"/>
                  <a:pt x="10515600" y="902700"/>
                </a:cubicBezTo>
                <a:cubicBezTo>
                  <a:pt x="10494548" y="1140809"/>
                  <a:pt x="10524881" y="1252168"/>
                  <a:pt x="10515600" y="1504482"/>
                </a:cubicBezTo>
                <a:cubicBezTo>
                  <a:pt x="10506319" y="1756796"/>
                  <a:pt x="10494309" y="1995078"/>
                  <a:pt x="10515600" y="2178479"/>
                </a:cubicBezTo>
                <a:cubicBezTo>
                  <a:pt x="10536891" y="2361880"/>
                  <a:pt x="10522845" y="2487483"/>
                  <a:pt x="10515600" y="2780261"/>
                </a:cubicBezTo>
                <a:cubicBezTo>
                  <a:pt x="10508355" y="3073039"/>
                  <a:pt x="10533694" y="3138252"/>
                  <a:pt x="10515600" y="3273722"/>
                </a:cubicBezTo>
                <a:cubicBezTo>
                  <a:pt x="10497506" y="3409192"/>
                  <a:pt x="10514952" y="3569910"/>
                  <a:pt x="10515600" y="3803291"/>
                </a:cubicBezTo>
                <a:cubicBezTo>
                  <a:pt x="10516248" y="4036672"/>
                  <a:pt x="10499126" y="4317688"/>
                  <a:pt x="10515600" y="4513394"/>
                </a:cubicBezTo>
                <a:cubicBezTo>
                  <a:pt x="10585499" y="4997151"/>
                  <a:pt x="10115437" y="5453981"/>
                  <a:pt x="9612900" y="5416094"/>
                </a:cubicBezTo>
                <a:cubicBezTo>
                  <a:pt x="9473271" y="5418358"/>
                  <a:pt x="9316384" y="5423764"/>
                  <a:pt x="9117089" y="5416094"/>
                </a:cubicBezTo>
                <a:cubicBezTo>
                  <a:pt x="8917794" y="5408424"/>
                  <a:pt x="8902141" y="5433256"/>
                  <a:pt x="8708379" y="5416094"/>
                </a:cubicBezTo>
                <a:cubicBezTo>
                  <a:pt x="8514617" y="5398933"/>
                  <a:pt x="8454700" y="5422387"/>
                  <a:pt x="8299670" y="5416094"/>
                </a:cubicBezTo>
                <a:cubicBezTo>
                  <a:pt x="8144640" y="5409801"/>
                  <a:pt x="7907022" y="5398388"/>
                  <a:pt x="7629654" y="5416094"/>
                </a:cubicBezTo>
                <a:cubicBezTo>
                  <a:pt x="7352286" y="5433800"/>
                  <a:pt x="7244777" y="5409877"/>
                  <a:pt x="7133843" y="5416094"/>
                </a:cubicBezTo>
                <a:cubicBezTo>
                  <a:pt x="7022909" y="5422311"/>
                  <a:pt x="6748865" y="5379753"/>
                  <a:pt x="6376726" y="5416094"/>
                </a:cubicBezTo>
                <a:cubicBezTo>
                  <a:pt x="6004587" y="5452435"/>
                  <a:pt x="5991442" y="5438860"/>
                  <a:pt x="5880914" y="5416094"/>
                </a:cubicBezTo>
                <a:cubicBezTo>
                  <a:pt x="5770386" y="5393328"/>
                  <a:pt x="5294303" y="5440618"/>
                  <a:pt x="5123797" y="5416094"/>
                </a:cubicBezTo>
                <a:cubicBezTo>
                  <a:pt x="4953291" y="5391570"/>
                  <a:pt x="4828705" y="5430421"/>
                  <a:pt x="4715088" y="5416094"/>
                </a:cubicBezTo>
                <a:cubicBezTo>
                  <a:pt x="4601471" y="5401767"/>
                  <a:pt x="4227806" y="5381491"/>
                  <a:pt x="3957970" y="5416094"/>
                </a:cubicBezTo>
                <a:cubicBezTo>
                  <a:pt x="3688134" y="5450697"/>
                  <a:pt x="3670638" y="5425309"/>
                  <a:pt x="3462159" y="5416094"/>
                </a:cubicBezTo>
                <a:cubicBezTo>
                  <a:pt x="3253680" y="5406879"/>
                  <a:pt x="3167443" y="5432031"/>
                  <a:pt x="3053449" y="5416094"/>
                </a:cubicBezTo>
                <a:cubicBezTo>
                  <a:pt x="2939455" y="5400158"/>
                  <a:pt x="2701485" y="5433995"/>
                  <a:pt x="2557638" y="5416094"/>
                </a:cubicBezTo>
                <a:cubicBezTo>
                  <a:pt x="2413791" y="5398193"/>
                  <a:pt x="2168647" y="5424510"/>
                  <a:pt x="1800521" y="5416094"/>
                </a:cubicBezTo>
                <a:cubicBezTo>
                  <a:pt x="1432395" y="5407678"/>
                  <a:pt x="1261364" y="5454497"/>
                  <a:pt x="902700" y="5416094"/>
                </a:cubicBezTo>
                <a:cubicBezTo>
                  <a:pt x="519468" y="5419760"/>
                  <a:pt x="63003" y="5077223"/>
                  <a:pt x="0" y="4513394"/>
                </a:cubicBezTo>
                <a:cubicBezTo>
                  <a:pt x="-20265" y="4243495"/>
                  <a:pt x="27650" y="4053844"/>
                  <a:pt x="0" y="3911612"/>
                </a:cubicBezTo>
                <a:cubicBezTo>
                  <a:pt x="-27650" y="3769380"/>
                  <a:pt x="24988" y="3469350"/>
                  <a:pt x="0" y="3309829"/>
                </a:cubicBezTo>
                <a:cubicBezTo>
                  <a:pt x="-24988" y="3150308"/>
                  <a:pt x="-16973" y="2933511"/>
                  <a:pt x="0" y="2780261"/>
                </a:cubicBezTo>
                <a:cubicBezTo>
                  <a:pt x="16973" y="2627011"/>
                  <a:pt x="-11552" y="2315258"/>
                  <a:pt x="0" y="2106265"/>
                </a:cubicBezTo>
                <a:cubicBezTo>
                  <a:pt x="11552" y="1897272"/>
                  <a:pt x="-9167" y="1726905"/>
                  <a:pt x="0" y="1504482"/>
                </a:cubicBezTo>
                <a:cubicBezTo>
                  <a:pt x="9167" y="1282059"/>
                  <a:pt x="10972" y="1160784"/>
                  <a:pt x="0" y="902700"/>
                </a:cubicBezTo>
                <a:close/>
              </a:path>
            </a:pathLst>
          </a:custGeom>
          <a:gradFill>
            <a:gsLst>
              <a:gs pos="50000">
                <a:schemeClr val="tx1">
                  <a:alpha val="30000"/>
                </a:schemeClr>
              </a:gs>
              <a:gs pos="80000">
                <a:schemeClr val="tx1">
                  <a:alpha val="15000"/>
                </a:schemeClr>
              </a:gs>
              <a:gs pos="0">
                <a:schemeClr val="tx1">
                  <a:alpha val="0"/>
                </a:schemeClr>
              </a:gs>
              <a:gs pos="2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  <a:ln w="60325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F1886-9C93-62A4-88B2-DAB749A65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BASKETBALL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4D8AD8F-EF7F-481F-B99A-B85138970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7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9849CA-0587-F74C-7283-1B27150E3060}"/>
              </a:ext>
            </a:extLst>
          </p:cNvPr>
          <p:cNvSpPr txBox="1"/>
          <p:nvPr/>
        </p:nvSpPr>
        <p:spPr>
          <a:xfrm>
            <a:off x="3045041" y="1331650"/>
            <a:ext cx="63120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VOCAB + RULES</a:t>
            </a:r>
          </a:p>
        </p:txBody>
      </p:sp>
    </p:spTree>
    <p:extLst>
      <p:ext uri="{BB962C8B-B14F-4D97-AF65-F5344CB8AC3E}">
        <p14:creationId xmlns:p14="http://schemas.microsoft.com/office/powerpoint/2010/main" val="196412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This Is Basketball: An Introduction for Beginners">
            <a:hlinkClick r:id="" action="ppaction://media"/>
            <a:extLst>
              <a:ext uri="{FF2B5EF4-FFF2-40B4-BE49-F238E27FC236}">
                <a16:creationId xmlns:a16="http://schemas.microsoft.com/office/drawing/2014/main" id="{CD1F267B-0DC6-5CD9-CEB2-4E498E31371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7337" y="205271"/>
            <a:ext cx="11657326" cy="64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4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4011F-C550-C45F-AE90-67A7C2A24C5E}"/>
              </a:ext>
            </a:extLst>
          </p:cNvPr>
          <p:cNvSpPr txBox="1"/>
          <p:nvPr/>
        </p:nvSpPr>
        <p:spPr>
          <a:xfrm>
            <a:off x="314566" y="176665"/>
            <a:ext cx="63120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15985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4011F-C550-C45F-AE90-67A7C2A24C5E}"/>
              </a:ext>
            </a:extLst>
          </p:cNvPr>
          <p:cNvSpPr txBox="1"/>
          <p:nvPr/>
        </p:nvSpPr>
        <p:spPr>
          <a:xfrm>
            <a:off x="111366" y="0"/>
            <a:ext cx="63120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TODAYS TASK</a:t>
            </a:r>
          </a:p>
        </p:txBody>
      </p:sp>
    </p:spTree>
    <p:extLst>
      <p:ext uri="{BB962C8B-B14F-4D97-AF65-F5344CB8AC3E}">
        <p14:creationId xmlns:p14="http://schemas.microsoft.com/office/powerpoint/2010/main" val="670301198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AnalogousFromRegularSeedRightStep">
      <a:dk1>
        <a:srgbClr val="000000"/>
      </a:dk1>
      <a:lt1>
        <a:srgbClr val="FFFFFF"/>
      </a:lt1>
      <a:dk2>
        <a:srgbClr val="412524"/>
      </a:dk2>
      <a:lt2>
        <a:srgbClr val="E2E7E8"/>
      </a:lt2>
      <a:accent1>
        <a:srgbClr val="C35C4D"/>
      </a:accent1>
      <a:accent2>
        <a:srgbClr val="B17C3B"/>
      </a:accent2>
      <a:accent3>
        <a:srgbClr val="AAA743"/>
      </a:accent3>
      <a:accent4>
        <a:srgbClr val="84B13B"/>
      </a:accent4>
      <a:accent5>
        <a:srgbClr val="5EB647"/>
      </a:accent5>
      <a:accent6>
        <a:srgbClr val="3BB154"/>
      </a:accent6>
      <a:hlink>
        <a:srgbClr val="348F9D"/>
      </a:hlink>
      <a:folHlink>
        <a:srgbClr val="7F7F7F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12834d-558c-4c65-b217-eae0caaeda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7" ma:contentTypeDescription="Create a new document." ma:contentTypeScope="" ma:versionID="20916a4356fb234729af2e2a3a7b86a0">
  <xsd:schema xmlns:xsd="http://www.w3.org/2001/XMLSchema" xmlns:xs="http://www.w3.org/2001/XMLSchema" xmlns:p="http://schemas.microsoft.com/office/2006/metadata/properties" xmlns:ns3="c412834d-558c-4c65-b217-eae0caaedaf9" xmlns:ns4="a4657121-eab7-457a-b950-481e5c737d88" targetNamespace="http://schemas.microsoft.com/office/2006/metadata/properties" ma:root="true" ma:fieldsID="38bbac1585e77e12c4f1eb4078040474" ns3:_="" ns4:_="">
    <xsd:import namespace="c412834d-558c-4c65-b217-eae0caaedaf9"/>
    <xsd:import namespace="a4657121-eab7-457a-b950-481e5c737d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7121-eab7-457a-b950-481e5c737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12A11F-F57B-41CC-93D8-3F7AFA1CE6D8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a4657121-eab7-457a-b950-481e5c737d88"/>
    <ds:schemaRef ds:uri="http://schemas.openxmlformats.org/package/2006/metadata/core-properties"/>
    <ds:schemaRef ds:uri="http://schemas.microsoft.com/office/infopath/2007/PartnerControls"/>
    <ds:schemaRef ds:uri="c412834d-558c-4c65-b217-eae0caaedaf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2A72618-3258-49BD-90A4-F8A5C04887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DAB6D4-649C-4908-A1F3-E01F4663B7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12834d-558c-4c65-b217-eae0caaedaf9"/>
    <ds:schemaRef ds:uri="a4657121-eab7-457a-b950-481e5c737d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</Words>
  <Application>Microsoft Office PowerPoint</Application>
  <PresentationFormat>Widescreen</PresentationFormat>
  <Paragraphs>4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Modern Love</vt:lpstr>
      <vt:lpstr>The Hand</vt:lpstr>
      <vt:lpstr>SketchyVTI</vt:lpstr>
      <vt:lpstr>BASKETBALL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BASKETBALL</dc:title>
  <dc:creator>Katie Hunt</dc:creator>
  <cp:lastModifiedBy>Katie Hunt</cp:lastModifiedBy>
  <cp:revision>2</cp:revision>
  <dcterms:created xsi:type="dcterms:W3CDTF">2023-10-30T13:46:28Z</dcterms:created>
  <dcterms:modified xsi:type="dcterms:W3CDTF">2023-12-04T23:41:38Z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