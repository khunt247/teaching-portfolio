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8" r:id="rId6"/>
    <p:sldId id="257" r:id="rId7"/>
    <p:sldId id="261" r:id="rId8"/>
    <p:sldId id="263" r:id="rId9"/>
    <p:sldId id="262" r:id="rId10"/>
    <p:sldId id="264" r:id="rId11"/>
    <p:sldId id="259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273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784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8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905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196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4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4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861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07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63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58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2F3E8B1C-86EF-43CF-8304-249481088644}" type="datetimeFigureOut">
              <a:rPr lang="en-US" smtClean="0"/>
              <a:pPr/>
              <a:t>12/4/2023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141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8D0D6A-8918-22C2-D0FD-24031BE20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820" y="4624394"/>
            <a:ext cx="10803074" cy="1037503"/>
          </a:xfrm>
        </p:spPr>
        <p:txBody>
          <a:bodyPr>
            <a:normAutofit/>
          </a:bodyPr>
          <a:lstStyle/>
          <a:p>
            <a:r>
              <a:rPr lang="en-US"/>
              <a:t>JUMP ROPE</a:t>
            </a:r>
          </a:p>
        </p:txBody>
      </p:sp>
      <p:pic>
        <p:nvPicPr>
          <p:cNvPr id="5" name="Graphic 4" descr="Skipping Rope with solid fill">
            <a:extLst>
              <a:ext uri="{FF2B5EF4-FFF2-40B4-BE49-F238E27FC236}">
                <a16:creationId xmlns:a16="http://schemas.microsoft.com/office/drawing/2014/main" id="{3372778F-4CC2-CAB3-427B-E408E0CED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2954" y="294641"/>
            <a:ext cx="3895349" cy="3895349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568604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5805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54706-BFA6-64B1-AE33-00ED4A7E0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 BENEFITS OF JUMP ROPING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5D05B-5B94-A340-A185-68904CF74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103" y="1840364"/>
            <a:ext cx="10691265" cy="4095539"/>
          </a:xfrm>
        </p:spPr>
        <p:txBody>
          <a:bodyPr>
            <a:normAutofit fontScale="92500" lnSpcReduction="20000"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Cardiovascular Health: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Jump roping gets your heart pumping, which is like giving it a workout. This helps make your heart stronger and healthier.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Full-Body Workout: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When you jump rope, you use lots of muscles, not just your legs. Your arms, shoulders, and core all get a good workout. It's like exercising your whole body at once!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Improved Coordination and Agility: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Jumping rope helps you become more coordinated. This means you can move your body in a smooth and controlled way. You also get better at balancing and being quick on your feet.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Burns Calories: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If you want to stay a healthy weight, jump roping is a great way to burn calories. It can help you shed extra pounds or maintain a healthy body.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Stress Reduction: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Believe it or not, jump roping can help you relax. When you exercise, your body releases chemicals called endorphins, which make you feel happier and less stressed.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228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38971-B0FD-2477-3B8C-4110248E0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WHAT MAJOR FITNESS COMPONENT(s) DOES JUMP ROPING HELP TO IMPROVE?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75E261-36B2-CC4C-ACBA-85FC622E95BF}"/>
              </a:ext>
            </a:extLst>
          </p:cNvPr>
          <p:cNvSpPr txBox="1"/>
          <p:nvPr/>
        </p:nvSpPr>
        <p:spPr>
          <a:xfrm>
            <a:off x="1012054" y="2636668"/>
            <a:ext cx="6406913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arenR"/>
            </a:pPr>
            <a:r>
              <a:rPr lang="en-US" sz="3200" dirty="0">
                <a:solidFill>
                  <a:srgbClr val="0000FF"/>
                </a:solidFill>
                <a:latin typeface="+mj-lt"/>
              </a:rPr>
              <a:t>BODY COMPOSITION</a:t>
            </a:r>
          </a:p>
          <a:p>
            <a:pPr marL="342900" indent="-342900">
              <a:buAutoNum type="alphaUcParenR"/>
            </a:pPr>
            <a:r>
              <a:rPr lang="en-US" sz="3200" dirty="0">
                <a:solidFill>
                  <a:srgbClr val="0000FF"/>
                </a:solidFill>
                <a:latin typeface="+mj-lt"/>
              </a:rPr>
              <a:t>CARDIOVASCULAR ENDURANCE</a:t>
            </a:r>
          </a:p>
          <a:p>
            <a:pPr marL="342900" indent="-342900">
              <a:buAutoNum type="alphaUcParenR"/>
            </a:pPr>
            <a:r>
              <a:rPr lang="en-US" sz="3200" dirty="0">
                <a:solidFill>
                  <a:srgbClr val="0000FF"/>
                </a:solidFill>
                <a:latin typeface="+mj-lt"/>
              </a:rPr>
              <a:t>FLEXIBILITY</a:t>
            </a:r>
          </a:p>
          <a:p>
            <a:pPr marL="342900" indent="-342900">
              <a:buAutoNum type="alphaUcParenR"/>
            </a:pPr>
            <a:r>
              <a:rPr lang="en-US" sz="3200" dirty="0">
                <a:solidFill>
                  <a:srgbClr val="0000FF"/>
                </a:solidFill>
                <a:latin typeface="+mj-lt"/>
              </a:rPr>
              <a:t>MUSCULAR STRENGTH</a:t>
            </a:r>
          </a:p>
          <a:p>
            <a:pPr marL="342900" indent="-342900">
              <a:buAutoNum type="alphaUcParenR"/>
            </a:pPr>
            <a:r>
              <a:rPr lang="en-US" sz="3200" dirty="0">
                <a:solidFill>
                  <a:srgbClr val="0000FF"/>
                </a:solidFill>
                <a:latin typeface="+mj-lt"/>
              </a:rPr>
              <a:t>MUSCULAR ENDURANCE</a:t>
            </a:r>
          </a:p>
          <a:p>
            <a:pPr marL="342900" indent="-342900">
              <a:buAutoNum type="alphaUcParenR"/>
            </a:pPr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62E03BC-13AF-9602-2E63-E4AEEE361B2C}"/>
              </a:ext>
            </a:extLst>
          </p:cNvPr>
          <p:cNvSpPr/>
          <p:nvPr/>
        </p:nvSpPr>
        <p:spPr>
          <a:xfrm rot="10800000">
            <a:off x="6986725" y="3155457"/>
            <a:ext cx="600917" cy="54708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60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38971-B0FD-2477-3B8C-4110248E0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37" y="905608"/>
            <a:ext cx="12187357" cy="137103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jump roping Cannot be used in a circuit training ROUTINE.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75E261-36B2-CC4C-ACBA-85FC622E95BF}"/>
              </a:ext>
            </a:extLst>
          </p:cNvPr>
          <p:cNvSpPr txBox="1"/>
          <p:nvPr/>
        </p:nvSpPr>
        <p:spPr>
          <a:xfrm>
            <a:off x="594804" y="2276638"/>
            <a:ext cx="64069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arenR"/>
            </a:pPr>
            <a:r>
              <a:rPr lang="en-US" sz="3200" dirty="0">
                <a:solidFill>
                  <a:srgbClr val="0000FF"/>
                </a:solidFill>
                <a:latin typeface="+mj-lt"/>
              </a:rPr>
              <a:t>TRUE</a:t>
            </a:r>
          </a:p>
          <a:p>
            <a:pPr marL="342900" indent="-342900">
              <a:buAutoNum type="alphaUcParenR"/>
            </a:pPr>
            <a:r>
              <a:rPr lang="en-US" sz="3200" dirty="0">
                <a:solidFill>
                  <a:srgbClr val="0000FF"/>
                </a:solidFill>
                <a:latin typeface="+mj-lt"/>
              </a:rPr>
              <a:t>FALSE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62E03BC-13AF-9602-2E63-E4AEEE361B2C}"/>
              </a:ext>
            </a:extLst>
          </p:cNvPr>
          <p:cNvSpPr/>
          <p:nvPr/>
        </p:nvSpPr>
        <p:spPr>
          <a:xfrm rot="10800000">
            <a:off x="2163094" y="2813268"/>
            <a:ext cx="627550" cy="53860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0F35EB1-34B6-4897-4789-65287DBF6DC8}"/>
              </a:ext>
            </a:extLst>
          </p:cNvPr>
          <p:cNvSpPr txBox="1">
            <a:spLocks/>
          </p:cNvSpPr>
          <p:nvPr/>
        </p:nvSpPr>
        <p:spPr>
          <a:xfrm>
            <a:off x="99338" y="3713886"/>
            <a:ext cx="11993323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00FF"/>
                </a:solidFill>
              </a:rPr>
              <a:t>jump roping CAN improve agility, COORDINATION, AND BALANCE.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6BD7CF-FF95-182B-4026-6E754369DF29}"/>
              </a:ext>
            </a:extLst>
          </p:cNvPr>
          <p:cNvSpPr txBox="1"/>
          <p:nvPr/>
        </p:nvSpPr>
        <p:spPr>
          <a:xfrm>
            <a:off x="700635" y="4902378"/>
            <a:ext cx="64069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arenR"/>
            </a:pPr>
            <a:r>
              <a:rPr lang="en-US" sz="3200" dirty="0">
                <a:solidFill>
                  <a:srgbClr val="0000FF"/>
                </a:solidFill>
                <a:latin typeface="+mj-lt"/>
              </a:rPr>
              <a:t>TRUE</a:t>
            </a:r>
          </a:p>
          <a:p>
            <a:pPr marL="342900" indent="-342900">
              <a:buAutoNum type="alphaUcParenR"/>
            </a:pPr>
            <a:r>
              <a:rPr lang="en-US" sz="3200" dirty="0">
                <a:solidFill>
                  <a:srgbClr val="0000FF"/>
                </a:solidFill>
                <a:latin typeface="+mj-lt"/>
              </a:rPr>
              <a:t>FALSE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6F37CB2-ECF1-F152-90EF-D8C48EAB1740}"/>
              </a:ext>
            </a:extLst>
          </p:cNvPr>
          <p:cNvSpPr/>
          <p:nvPr/>
        </p:nvSpPr>
        <p:spPr>
          <a:xfrm rot="10800000">
            <a:off x="2059619" y="4906337"/>
            <a:ext cx="627550" cy="53860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039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38971-B0FD-2477-3B8C-4110248E0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1399629" cy="137103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00FF"/>
                </a:solidFill>
              </a:rPr>
              <a:t>When you exercise, your body releases chemicals called endorphins, which make you feel happier and less stressed.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75E261-36B2-CC4C-ACBA-85FC622E95BF}"/>
              </a:ext>
            </a:extLst>
          </p:cNvPr>
          <p:cNvSpPr txBox="1"/>
          <p:nvPr/>
        </p:nvSpPr>
        <p:spPr>
          <a:xfrm>
            <a:off x="1012054" y="2636668"/>
            <a:ext cx="64069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arenR"/>
            </a:pPr>
            <a:r>
              <a:rPr lang="en-US" sz="3200" dirty="0">
                <a:solidFill>
                  <a:srgbClr val="0000FF"/>
                </a:solidFill>
                <a:latin typeface="+mj-lt"/>
              </a:rPr>
              <a:t>FALSE</a:t>
            </a:r>
          </a:p>
          <a:p>
            <a:pPr marL="342900" indent="-342900">
              <a:buAutoNum type="alphaUcParenR"/>
            </a:pPr>
            <a:r>
              <a:rPr lang="en-US" sz="3200" dirty="0">
                <a:solidFill>
                  <a:srgbClr val="0000FF"/>
                </a:solidFill>
                <a:latin typeface="+mj-lt"/>
              </a:rPr>
              <a:t>TRUE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62E03BC-13AF-9602-2E63-E4AEEE361B2C}"/>
              </a:ext>
            </a:extLst>
          </p:cNvPr>
          <p:cNvSpPr/>
          <p:nvPr/>
        </p:nvSpPr>
        <p:spPr>
          <a:xfrm rot="10800000">
            <a:off x="2379215" y="3157461"/>
            <a:ext cx="627550" cy="53860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0F35EB1-34B6-4897-4789-65287DBF6DC8}"/>
              </a:ext>
            </a:extLst>
          </p:cNvPr>
          <p:cNvSpPr txBox="1">
            <a:spLocks/>
          </p:cNvSpPr>
          <p:nvPr/>
        </p:nvSpPr>
        <p:spPr>
          <a:xfrm>
            <a:off x="488681" y="3713886"/>
            <a:ext cx="11703319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00FF"/>
                </a:solidFill>
              </a:rPr>
              <a:t>JUMPING ROPE CAN help you shed extra pounds or maintain a healthy body.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6BD7CF-FF95-182B-4026-6E754369DF29}"/>
              </a:ext>
            </a:extLst>
          </p:cNvPr>
          <p:cNvSpPr txBox="1"/>
          <p:nvPr/>
        </p:nvSpPr>
        <p:spPr>
          <a:xfrm>
            <a:off x="932154" y="5013652"/>
            <a:ext cx="64069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arenR"/>
            </a:pPr>
            <a:r>
              <a:rPr lang="en-US" sz="3200" dirty="0">
                <a:solidFill>
                  <a:srgbClr val="0000FF"/>
                </a:solidFill>
                <a:latin typeface="+mj-lt"/>
              </a:rPr>
              <a:t>TRUE</a:t>
            </a:r>
          </a:p>
          <a:p>
            <a:pPr marL="342900" indent="-342900">
              <a:buAutoNum type="alphaUcParenR"/>
            </a:pPr>
            <a:r>
              <a:rPr lang="en-US" sz="3200" dirty="0">
                <a:solidFill>
                  <a:srgbClr val="0000FF"/>
                </a:solidFill>
                <a:latin typeface="+mj-lt"/>
              </a:rPr>
              <a:t>FALSE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6F37CB2-ECF1-F152-90EF-D8C48EAB1740}"/>
              </a:ext>
            </a:extLst>
          </p:cNvPr>
          <p:cNvSpPr/>
          <p:nvPr/>
        </p:nvSpPr>
        <p:spPr>
          <a:xfrm rot="10800000">
            <a:off x="2379214" y="4995837"/>
            <a:ext cx="627550" cy="53860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648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D963132-6B26-BCFA-E4CB-26CB48A160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2800" dirty="0"/>
              <a:t>JUMP ROPE TYPES: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41A9F7C-9288-DF28-8B37-EEC9D334B93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Speed Rope: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This is a lightweight, thin rope that's great for quick jumping. It's perfect for practicing tricks and moves because it goes fast.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Beaded Rope: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Beaded ropes have little plastic beads around the rope. They are a bit heavier and slower than speed ropes. Beaded ropes are excellent for beginners because they help you learn to time your jumps.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Weighted Rope: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These ropes have extra weight in the handles. They give your arms a little more workout while jumping. It's like lifting weights, but with a jump rope!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0B0BCFD-CD5A-58C5-70FA-7371517EA9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/>
          </a:bodyPr>
          <a:lstStyle/>
          <a:p>
            <a:r>
              <a:rPr lang="en-US" sz="2800" dirty="0"/>
              <a:t>PROPER SIZING AND ADJUSTMENT: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3A95671-6AA6-ED45-131C-AF3EE639807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Your jump rope should be just the right length for you. Here's how to check: Step on the middle of the rope with one foot.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Pull the handles up towards your body.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The handles should reach your armpits. If they're way above or below, you might need to adjust the length.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138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D963132-6B26-BCFA-E4CB-26CB48A160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BASIC TECHNIQUES: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41A9F7C-9288-DF28-8B37-EEC9D334B93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Speed Rope: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This is a lightweight, thin rope that's great for quick jumping. It's perfect for practicing tricks and moves because it goes fast.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Beaded Rope: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Beaded ropes have little plastic beads around the rope. They are a bit heavier and slower than speed ropes. Beaded ropes are excellent for beginners because they help you learn to time your jumps.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Weighted Rope: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These ropes have extra weight in the handles. They give your arms a little more workout while jumping. It's like lifting weights, but with a jump rope!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0B0BCFD-CD5A-58C5-70FA-7371517EA9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800"/>
              <a:t>ADVANCED TECHNIQUES:</a:t>
            </a:r>
            <a:endParaRPr lang="en-US" sz="28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3A95671-6AA6-ED45-131C-AF3EE639807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Your jump rope should be just the right length for you. Here's how to check: Step on the middle of the rope with one foot.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Pull the handles up towards your body.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The handles should reach your armpits. If they're way above or below, you might need to adjust the length.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745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54706-BFA6-64B1-AE33-00ED4A7E0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STYLES OF JUMP ROPING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5D05B-5B94-A340-A185-68904CF74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SPEED ROPE</a:t>
            </a:r>
          </a:p>
          <a:p>
            <a:r>
              <a:rPr lang="en-US" dirty="0"/>
              <a:t>WEIGHTED ROPE</a:t>
            </a:r>
          </a:p>
          <a:p>
            <a:r>
              <a:rPr lang="en-US" dirty="0"/>
              <a:t>SINGLE ROPE</a:t>
            </a:r>
          </a:p>
          <a:p>
            <a:r>
              <a:rPr lang="en-US" dirty="0"/>
              <a:t>DOUBLE DUTCH</a:t>
            </a:r>
          </a:p>
        </p:txBody>
      </p:sp>
      <p:pic>
        <p:nvPicPr>
          <p:cNvPr id="5" name="Graphic 4" descr="Skipping Rope with solid fill">
            <a:extLst>
              <a:ext uri="{FF2B5EF4-FFF2-40B4-BE49-F238E27FC236}">
                <a16:creationId xmlns:a16="http://schemas.microsoft.com/office/drawing/2014/main" id="{A9E37627-B7B9-0234-373E-31FE42E3F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81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54706-BFA6-64B1-AE33-00ED4A7E0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Athletes who use JUMP Rope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5D05B-5B94-A340-A185-68904CF74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55019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AnalogousFromDarkSeedLeftStep">
      <a:dk1>
        <a:srgbClr val="000000"/>
      </a:dk1>
      <a:lt1>
        <a:srgbClr val="FFFFFF"/>
      </a:lt1>
      <a:dk2>
        <a:srgbClr val="171735"/>
      </a:dk2>
      <a:lt2>
        <a:srgbClr val="F0F3F2"/>
      </a:lt2>
      <a:accent1>
        <a:srgbClr val="C34D74"/>
      </a:accent1>
      <a:accent2>
        <a:srgbClr val="B13B94"/>
      </a:accent2>
      <a:accent3>
        <a:srgbClr val="AF4DC3"/>
      </a:accent3>
      <a:accent4>
        <a:srgbClr val="6C3BB1"/>
      </a:accent4>
      <a:accent5>
        <a:srgbClr val="4D4DC3"/>
      </a:accent5>
      <a:accent6>
        <a:srgbClr val="3B6CB1"/>
      </a:accent6>
      <a:hlink>
        <a:srgbClr val="6754C6"/>
      </a:hlink>
      <a:folHlink>
        <a:srgbClr val="7F7F7F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412834d-558c-4c65-b217-eae0caaedaf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7481E1DCCBB043A7E4880321167946" ma:contentTypeVersion="7" ma:contentTypeDescription="Create a new document." ma:contentTypeScope="" ma:versionID="20916a4356fb234729af2e2a3a7b86a0">
  <xsd:schema xmlns:xsd="http://www.w3.org/2001/XMLSchema" xmlns:xs="http://www.w3.org/2001/XMLSchema" xmlns:p="http://schemas.microsoft.com/office/2006/metadata/properties" xmlns:ns3="c412834d-558c-4c65-b217-eae0caaedaf9" xmlns:ns4="a4657121-eab7-457a-b950-481e5c737d88" targetNamespace="http://schemas.microsoft.com/office/2006/metadata/properties" ma:root="true" ma:fieldsID="38bbac1585e77e12c4f1eb4078040474" ns3:_="" ns4:_="">
    <xsd:import namespace="c412834d-558c-4c65-b217-eae0caaedaf9"/>
    <xsd:import namespace="a4657121-eab7-457a-b950-481e5c737d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12834d-558c-4c65-b217-eae0caaeda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657121-eab7-457a-b950-481e5c737d8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8A3B7C-8878-4C3D-828E-868D3245DA19}">
  <ds:schemaRefs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c412834d-558c-4c65-b217-eae0caaedaf9"/>
    <ds:schemaRef ds:uri="http://schemas.microsoft.com/office/2006/documentManagement/types"/>
    <ds:schemaRef ds:uri="a4657121-eab7-457a-b950-481e5c737d88"/>
  </ds:schemaRefs>
</ds:datastoreItem>
</file>

<file path=customXml/itemProps2.xml><?xml version="1.0" encoding="utf-8"?>
<ds:datastoreItem xmlns:ds="http://schemas.openxmlformats.org/officeDocument/2006/customXml" ds:itemID="{A04F094F-5BA2-488F-9404-9B8BE9C970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8D3E98-A7D5-4362-922B-C21D05CD74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12834d-558c-4c65-b217-eae0caaedaf9"/>
    <ds:schemaRef ds:uri="a4657121-eab7-457a-b950-481e5c737d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624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Calisto MT</vt:lpstr>
      <vt:lpstr>Söhne</vt:lpstr>
      <vt:lpstr>Univers Condensed</vt:lpstr>
      <vt:lpstr>ChronicleVTI</vt:lpstr>
      <vt:lpstr>JUMP ROPE</vt:lpstr>
      <vt:lpstr>Health BENEFITS OF JUMP ROPING</vt:lpstr>
      <vt:lpstr>WHAT MAJOR FITNESS COMPONENT(s) DOES JUMP ROPING HELP TO IMPROVE?</vt:lpstr>
      <vt:lpstr>jump roping Cannot be used in a circuit training ROUTINE.</vt:lpstr>
      <vt:lpstr>When you exercise, your body releases chemicals called endorphins, which make you feel happier and less stressed.</vt:lpstr>
      <vt:lpstr>PowerPoint Presentation</vt:lpstr>
      <vt:lpstr>PowerPoint Presentation</vt:lpstr>
      <vt:lpstr>STYLES OF JUMP ROPING</vt:lpstr>
      <vt:lpstr>Athletes who use JUMP Rope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JUMP ROPE</dc:title>
  <dc:creator>Katie Hunt</dc:creator>
  <cp:lastModifiedBy>Katie Hunt</cp:lastModifiedBy>
  <cp:revision>2</cp:revision>
  <dcterms:created xsi:type="dcterms:W3CDTF">2023-09-29T12:18:21Z</dcterms:created>
  <dcterms:modified xsi:type="dcterms:W3CDTF">2023-12-04T23:45:54Z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0x010100537481E1DCCBB043A7E4880321167946</vt:lpwstr>
  </property>
</Properties>
</file>