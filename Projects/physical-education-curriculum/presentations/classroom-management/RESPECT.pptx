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61" r:id="rId7"/>
    <p:sldId id="260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714297-E85C-4402-A6F6-AC51D580E194}" v="1" dt="2023-10-24T13:55:07.5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AE533-04AB-8925-6798-180A287CEF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2B676E-A9DF-C701-7D4A-63CE6CEAB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58BB8-0A69-DEFB-AC02-43204F1E0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FB848-42B6-4284-8C33-1177837321F4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E1F24-4214-F41C-04E1-6E457A315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F76D1-4923-5EE8-2AFA-456BD2A0F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E5F-FE7B-458A-99A2-1340A5356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712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26996-E5BE-C7F4-E61D-7389CDD58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5D89E-FA99-42C4-7B0A-29D4CD565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D8D9F-4577-DC83-4738-9B45EFBAC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FB848-42B6-4284-8C33-1177837321F4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6DA20-BB11-965F-722D-935B6F2FE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11DA3-2659-7ACA-9464-D39401B07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E5F-FE7B-458A-99A2-1340A5356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30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3B157-E7FB-802E-8D19-44F968C7D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337D9-9AC2-9A13-00D6-5A18011FA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EF694-BFE2-8B66-1C18-7114AFB46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FB848-42B6-4284-8C33-1177837321F4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3815C-0BFB-37E5-AE0F-41ECC0074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4765F-C40F-4832-3028-6AD26B341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E5F-FE7B-458A-99A2-1340A5356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911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90E65-CA5C-5005-1641-53CDB5D98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08247-F0AD-2848-7B19-4453EACF5D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E0F025-EC96-BDE4-AB31-89A60B6A0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8AE064-DA2B-A90F-85CC-DEC7F842E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FB848-42B6-4284-8C33-1177837321F4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69FC76-2951-2986-D734-E55301518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F8EE4-85C4-9151-3B5E-A8E7753C0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E5F-FE7B-458A-99A2-1340A5356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284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BF1D4-8F88-15CE-2A1C-F607E4E80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464CF-5E79-C8FF-47D4-6DDA2E81B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3C38A0-CD1D-17AA-8725-FCF8C3A68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ECD12B-4C79-A62F-F45E-0F0628AC82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B4ADC0-2A40-A6F5-1CE3-CE6A663613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2E3C9B-4DDE-F8AA-0AA9-01BE2E5B7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FB848-42B6-4284-8C33-1177837321F4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4BA627-BE22-B2C6-68C3-79D56B31A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14F6B5-1AD6-63A0-ED1A-2C933BA5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E5F-FE7B-458A-99A2-1340A5356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70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B2286-6D30-4C89-4224-F8F0DE45E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7DCAB5-EEA8-702D-A46B-86C7B41E0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FB848-42B6-4284-8C33-1177837321F4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1A064B-BC3B-065A-8BE7-7FEDCC4BA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712AF6-8C39-C8B2-CD52-D26476C22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E5F-FE7B-458A-99A2-1340A5356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556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188BE5-A84D-0ACB-47A2-97BF669E3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FB848-42B6-4284-8C33-1177837321F4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F25600-8153-0972-F4BD-975AFE540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A5B0D-6564-DE5D-2035-EB89AF0F4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E5F-FE7B-458A-99A2-1340A5356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681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28FB2-C49C-3CE1-2A90-6B6C7A85D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EE8ED-8A73-106B-D3DE-48AD66F6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5B17EE-4BBB-3C4C-2AE2-59E4704819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A7BDE-2426-32BA-B59D-B4A401CC6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FB848-42B6-4284-8C33-1177837321F4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610697-1244-D5C3-D0C4-60E6D886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379DB-2835-55BA-8593-5C98CC9E8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E5F-FE7B-458A-99A2-1340A5356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759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4F56E-69A4-8BA4-0B4D-D2EE48F8E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6B4267-3CB2-FE03-8BBC-F701DD7F68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2A9477-5A39-2E81-11AF-F6F22297C0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8194E-D793-CE69-E242-6CC19280B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FB848-42B6-4284-8C33-1177837321F4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4C809-71F3-06C5-A6A9-6FCE462A8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932B27-33EF-ADE4-27BB-5E01468D7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E5F-FE7B-458A-99A2-1340A5356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6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338D6-88FD-C2BD-399B-BA18C211A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AF6B0B-CDC6-92CF-7DB1-9DAC9EB15B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CA9F8-D030-D6BB-ECC9-BF1A91F99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FB848-42B6-4284-8C33-1177837321F4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2ECC6-0CC4-5F1A-BECC-DC4FB4B9A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95E5C-DD23-5408-9E72-A6117E450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E5F-FE7B-458A-99A2-1340A5356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818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C41B69-BF4B-21C6-A859-2B1396CEDD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FCA255-B07F-3E85-DF37-C77FB878F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63864-9CE5-25B7-B0B9-52BCF32F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FB848-42B6-4284-8C33-1177837321F4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980C3-6BB1-6812-D4EE-CA1072214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1B2B3-3344-3B5A-9067-0034BE4AB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E5F-FE7B-458A-99A2-1340A5356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252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1CD37F-DEFA-CC1F-115E-312F2382E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74AF9-5260-59CE-A1AC-D175B2491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EA35C-9998-B34D-C0F9-68AEE99384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7FB848-42B6-4284-8C33-1177837321F4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C3D80-DA1C-521D-0A4E-D12486A45B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1F549-C438-13C6-5B28-67F475618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DEE5F-FE7B-458A-99A2-1340A5356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45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rriam-webster.com/dictionary/respect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elpfulprofessor.com/respect-examples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672C6D-8C0F-BFCB-40C1-A275A0DFE5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810" y="2960716"/>
            <a:ext cx="4036334" cy="2387600"/>
          </a:xfrm>
        </p:spPr>
        <p:txBody>
          <a:bodyPr anchor="t">
            <a:normAutofit/>
          </a:bodyPr>
          <a:lstStyle/>
          <a:p>
            <a:pPr algn="l"/>
            <a:r>
              <a:rPr lang="en-US" sz="5400"/>
              <a:t>RESPECT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Scales of Justice">
            <a:extLst>
              <a:ext uri="{FF2B5EF4-FFF2-40B4-BE49-F238E27FC236}">
                <a16:creationId xmlns:a16="http://schemas.microsoft.com/office/drawing/2014/main" id="{A5648514-E12C-7447-3415-9249F34EF2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7597" y="666728"/>
            <a:ext cx="5465791" cy="546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476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DAD86CA-8235-409B-982B-5E7A033E2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234FBA-3501-47B4-AE0C-AA4AFBC8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EF893B-0491-416E-9D33-BADE96007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hat&#10;&#10;Description automatically generated">
            <a:extLst>
              <a:ext uri="{FF2B5EF4-FFF2-40B4-BE49-F238E27FC236}">
                <a16:creationId xmlns:a16="http://schemas.microsoft.com/office/drawing/2014/main" id="{6B0EDFC7-6022-561A-6167-EAD9E78437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19"/>
          <a:stretch/>
        </p:blipFill>
        <p:spPr>
          <a:xfrm>
            <a:off x="838200" y="754148"/>
            <a:ext cx="10515600" cy="4995575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9F4FF8-F8B0-4630-BA1B-0D8B324CD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34A1DC6-753A-F1C1-8A04-A394B47652CE}"/>
              </a:ext>
            </a:extLst>
          </p:cNvPr>
          <p:cNvSpPr txBox="1"/>
          <p:nvPr/>
        </p:nvSpPr>
        <p:spPr>
          <a:xfrm>
            <a:off x="2649804" y="5585214"/>
            <a:ext cx="89457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3"/>
              </a:rPr>
              <a:t>Another Definition: https://www.merriam-webster.com/dictionary/respect</a:t>
            </a:r>
            <a:r>
              <a:rPr lang="en-US" sz="1400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F90038-1449-9C80-6827-6646800746D8}"/>
              </a:ext>
            </a:extLst>
          </p:cNvPr>
          <p:cNvSpPr txBox="1"/>
          <p:nvPr/>
        </p:nvSpPr>
        <p:spPr>
          <a:xfrm>
            <a:off x="2550693" y="6397216"/>
            <a:ext cx="69542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More Examples: https://helpfulprofessor.com/respect-examples/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36497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C3B428-AC2B-DFF4-5D55-209B638252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67909" y="2023110"/>
            <a:ext cx="2469624" cy="2846070"/>
          </a:xfrm>
        </p:spPr>
        <p:txBody>
          <a:bodyPr anchor="ctr">
            <a:normAutofit/>
          </a:bodyPr>
          <a:lstStyle/>
          <a:p>
            <a:pPr algn="l"/>
            <a:r>
              <a:rPr lang="en-US" sz="2900" dirty="0"/>
              <a:t>COMPONENTS OF RESPECT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Communications">
            <a:extLst>
              <a:ext uri="{FF2B5EF4-FFF2-40B4-BE49-F238E27FC236}">
                <a16:creationId xmlns:a16="http://schemas.microsoft.com/office/drawing/2014/main" id="{0FC4240D-8DB6-DACF-86C9-999B24B6F3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3437" y="858525"/>
            <a:ext cx="5211906" cy="521190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547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69849-ADD7-7BBA-9B23-9361F57B15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4878" y="244709"/>
            <a:ext cx="5868880" cy="641411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1800" b="1" dirty="0"/>
              <a:t>Definition of Respect:</a:t>
            </a:r>
          </a:p>
          <a:p>
            <a:r>
              <a:rPr lang="en-US" sz="1800" dirty="0"/>
              <a:t>Start by defining what respect means to you or in the context of your writing.</a:t>
            </a:r>
          </a:p>
          <a:p>
            <a:r>
              <a:rPr lang="en-US" sz="1800" dirty="0"/>
              <a:t>Explain that respect is a positive feeling or action that acknowledges the value of others.</a:t>
            </a:r>
          </a:p>
          <a:p>
            <a:pPr marL="0" indent="0">
              <a:buNone/>
            </a:pPr>
            <a:r>
              <a:rPr lang="en-US" sz="1800" b="1" dirty="0"/>
              <a:t>Types of Respect:</a:t>
            </a:r>
            <a:endParaRPr lang="en-US" sz="1800" dirty="0"/>
          </a:p>
          <a:p>
            <a:r>
              <a:rPr lang="en-US" sz="1800" dirty="0"/>
              <a:t>Differentiate between various types of respect, such as self-respect, respect for others, and respect for the environment or cultural traditions.</a:t>
            </a:r>
          </a:p>
          <a:p>
            <a:pPr marL="0" indent="0">
              <a:buNone/>
            </a:pPr>
            <a:r>
              <a:rPr lang="en-US" sz="1800" b="1" dirty="0"/>
              <a:t>Importance of Respect:</a:t>
            </a:r>
          </a:p>
          <a:p>
            <a:r>
              <a:rPr lang="en-US" sz="1800" dirty="0"/>
              <a:t>Highlight why respect is essential in personal relationships, communities, and society at large.</a:t>
            </a:r>
          </a:p>
          <a:p>
            <a:r>
              <a:rPr lang="en-US" sz="1800" dirty="0"/>
              <a:t>Discuss the role of respect in promoting empathy, cooperation, and conflict resolution.</a:t>
            </a:r>
          </a:p>
          <a:p>
            <a:pPr marL="0" indent="0">
              <a:buNone/>
            </a:pPr>
            <a:r>
              <a:rPr lang="en-US" sz="1800" b="1" dirty="0"/>
              <a:t>Respect in Relationships:</a:t>
            </a:r>
            <a:endParaRPr lang="en-US" sz="1800" dirty="0"/>
          </a:p>
          <a:p>
            <a:r>
              <a:rPr lang="en-US" sz="1800" dirty="0"/>
              <a:t>Explore how respect is a fundamental element in healthy relationships.</a:t>
            </a:r>
          </a:p>
          <a:p>
            <a:r>
              <a:rPr lang="en-US" sz="1800" dirty="0"/>
              <a:t>Describe how it can be shown through active listening, valuing opinions, and setting boundaries.</a:t>
            </a:r>
          </a:p>
          <a:p>
            <a:pPr marL="0" indent="0">
              <a:buNone/>
            </a:pPr>
            <a:r>
              <a:rPr lang="en-US" sz="1800" b="1" dirty="0"/>
              <a:t>Respect in Cultural and Diversity Contexts:</a:t>
            </a:r>
            <a:endParaRPr lang="en-US" sz="1800" dirty="0"/>
          </a:p>
          <a:p>
            <a:r>
              <a:rPr lang="en-US" sz="1800" dirty="0"/>
              <a:t>Discuss the significance of respect in a multicultural and diverse world.</a:t>
            </a:r>
          </a:p>
          <a:p>
            <a:r>
              <a:rPr lang="en-US" sz="1800" dirty="0"/>
              <a:t>Address how respect can bridge cultural gaps, foster inclusivity, and reduce discrimination.</a:t>
            </a:r>
          </a:p>
          <a:p>
            <a:pPr marL="0" indent="0">
              <a:buNone/>
            </a:pPr>
            <a:r>
              <a:rPr lang="en-US" sz="1800" b="1" dirty="0"/>
              <a:t>Respect in the Workplace/ School place:</a:t>
            </a:r>
          </a:p>
          <a:p>
            <a:r>
              <a:rPr lang="en-US" sz="1800" dirty="0"/>
              <a:t>Explain the role of respect in professional settings and how it can enhance teamwork and productivity.</a:t>
            </a:r>
          </a:p>
          <a:p>
            <a:r>
              <a:rPr lang="en-US" sz="1800" dirty="0"/>
              <a:t>Provide examples of respectful behavior in the workplace.</a:t>
            </a:r>
          </a:p>
          <a:p>
            <a:pPr marL="0" indent="0">
              <a:buNone/>
            </a:pPr>
            <a:r>
              <a:rPr lang="en-US" sz="1800" b="1" dirty="0"/>
              <a:t>Respect for Nature:</a:t>
            </a:r>
            <a:endParaRPr lang="en-US" sz="1800" dirty="0"/>
          </a:p>
          <a:p>
            <a:r>
              <a:rPr lang="en-US" sz="1800" dirty="0"/>
              <a:t>Discuss the concept of environmental respect and the importance of preserving natural resources.</a:t>
            </a:r>
          </a:p>
          <a:p>
            <a:r>
              <a:rPr lang="en-US" sz="1800" dirty="0"/>
              <a:t>Highlight the consequences of disrespecting the environment.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7C51F7-3874-DBBA-A7F4-D2BC7F4FE436}"/>
              </a:ext>
            </a:extLst>
          </p:cNvPr>
          <p:cNvSpPr txBox="1"/>
          <p:nvPr/>
        </p:nvSpPr>
        <p:spPr>
          <a:xfrm>
            <a:off x="5863389" y="199175"/>
            <a:ext cx="60960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/>
              <a:t>Challenges to Respect:</a:t>
            </a: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Identify common challenges to showing respect, such as prejudice, stereotypes, and misunderstandings.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Offer solutions and strategies for overcoming these challenges.</a:t>
            </a:r>
          </a:p>
          <a:p>
            <a:endParaRPr lang="en-US" sz="1300" dirty="0"/>
          </a:p>
          <a:p>
            <a:r>
              <a:rPr lang="en-US" sz="1300" b="1" dirty="0"/>
              <a:t>Cultural and Historical Perspectives on Respect:</a:t>
            </a: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Explore how different cultures and historical periods have defined and demonstrated respect.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Compare and contrast cultural approaches to respect.</a:t>
            </a:r>
          </a:p>
          <a:p>
            <a:endParaRPr lang="en-US" sz="1300" dirty="0"/>
          </a:p>
          <a:p>
            <a:r>
              <a:rPr lang="en-US" sz="1300" b="1" dirty="0"/>
              <a:t>Personal Experiences with Respect:</a:t>
            </a: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Share personal anecdotes or stories that illustrate the impact of respect in your life.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Reflect on times when you've experienced or witnessed respect in action.</a:t>
            </a:r>
          </a:p>
          <a:p>
            <a:endParaRPr lang="en-US" sz="1300" b="1" dirty="0"/>
          </a:p>
          <a:p>
            <a:r>
              <a:rPr lang="en-US" sz="1300" b="1" dirty="0"/>
              <a:t>Teaching and Encouraging Respect:</a:t>
            </a: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Discuss ways to teach respect to children and promote it in educational settings.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Consider the role of parents, teachers, and mentors in instilling respect in younger generations.</a:t>
            </a:r>
          </a:p>
          <a:p>
            <a:endParaRPr lang="en-US" sz="1300" dirty="0"/>
          </a:p>
          <a:p>
            <a:r>
              <a:rPr lang="en-US" sz="1300" b="1" dirty="0"/>
              <a:t>The Connection Between Respect and Empathy:</a:t>
            </a: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Examine the link between empathy and respect, explaining how they complement each other.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Highlight the importance of understanding and sharing the feelings of others in a respectful manner.</a:t>
            </a:r>
          </a:p>
          <a:p>
            <a:endParaRPr lang="en-US" sz="1300" dirty="0"/>
          </a:p>
          <a:p>
            <a:r>
              <a:rPr lang="en-US" sz="1300" b="1" dirty="0"/>
              <a:t>Consequences of Disrespect:</a:t>
            </a: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Describe the negative outcomes that can result from a lack of respect, including conflicts, social tension, and broken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3542584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33947C-0CD8-8EC7-6F16-FA97DF08E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3700" dirty="0"/>
              <a:t>WRITING PROMPT: </a:t>
            </a:r>
            <a:r>
              <a:rPr lang="en-US" sz="3700" dirty="0">
                <a:solidFill>
                  <a:srgbClr val="FF0000"/>
                </a:solidFill>
                <a:highlight>
                  <a:srgbClr val="FFFF00"/>
                </a:highlight>
              </a:rPr>
              <a:t>5 SENTENCES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2AC8F-DC00-CD9F-AF0F-197464182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DEFINE RESPECT.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GIVE 1 EXAMPLE OF RESPECT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WRITE ABOUT AT LEAST (1) OF THE TYPES OF RESPECT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WRITE ABOUT 2 OTHER COMPONENTS OF RESPECT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Pen placed on top of a signature line">
            <a:extLst>
              <a:ext uri="{FF2B5EF4-FFF2-40B4-BE49-F238E27FC236}">
                <a16:creationId xmlns:a16="http://schemas.microsoft.com/office/drawing/2014/main" id="{F2BF248E-DDCF-6BA6-6762-716A4180C8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141" r="1" b="1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060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412834d-558c-4c65-b217-eae0caaedaf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7481E1DCCBB043A7E4880321167946" ma:contentTypeVersion="7" ma:contentTypeDescription="Create a new document." ma:contentTypeScope="" ma:versionID="20916a4356fb234729af2e2a3a7b86a0">
  <xsd:schema xmlns:xsd="http://www.w3.org/2001/XMLSchema" xmlns:xs="http://www.w3.org/2001/XMLSchema" xmlns:p="http://schemas.microsoft.com/office/2006/metadata/properties" xmlns:ns3="c412834d-558c-4c65-b217-eae0caaedaf9" xmlns:ns4="a4657121-eab7-457a-b950-481e5c737d88" targetNamespace="http://schemas.microsoft.com/office/2006/metadata/properties" ma:root="true" ma:fieldsID="38bbac1585e77e12c4f1eb4078040474" ns3:_="" ns4:_="">
    <xsd:import namespace="c412834d-558c-4c65-b217-eae0caaedaf9"/>
    <xsd:import namespace="a4657121-eab7-457a-b950-481e5c737d8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12834d-558c-4c65-b217-eae0caaeda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657121-eab7-457a-b950-481e5c737d8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B7B85E5-722A-4370-A4E6-AC7B3092B2EE}">
  <ds:schemaRefs>
    <ds:schemaRef ds:uri="http://schemas.microsoft.com/office/2006/documentManagement/types"/>
    <ds:schemaRef ds:uri="c412834d-558c-4c65-b217-eae0caaedaf9"/>
    <ds:schemaRef ds:uri="http://schemas.openxmlformats.org/package/2006/metadata/core-properties"/>
    <ds:schemaRef ds:uri="a4657121-eab7-457a-b950-481e5c737d88"/>
    <ds:schemaRef ds:uri="http://purl.org/dc/terms/"/>
    <ds:schemaRef ds:uri="http://www.w3.org/XML/1998/namespace"/>
    <ds:schemaRef ds:uri="http://purl.org/dc/dcmitype/"/>
    <ds:schemaRef ds:uri="http://purl.org/dc/elements/1.1/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FA26E56E-DA68-4022-BAB9-75A6250A00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B156053-08AF-40A8-829C-4273D990D4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12834d-558c-4c65-b217-eae0caaedaf9"/>
    <ds:schemaRef ds:uri="a4657121-eab7-457a-b950-481e5c737d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476</Words>
  <Application>Microsoft Office PowerPoint</Application>
  <PresentationFormat>Widescreen</PresentationFormat>
  <Paragraphs>52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Office Theme</vt:lpstr>
      <vt:lpstr>RESPECT</vt:lpstr>
      <vt:lpstr>PowerPoint Presentation</vt:lpstr>
      <vt:lpstr>COMPONENTS OF RESPECT</vt:lpstr>
      <vt:lpstr>PowerPoint Presentation</vt:lpstr>
      <vt:lpstr>WRITING PROMPT: 5 SENTENCES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RESPECT</dc:title>
  <dc:creator>Katie Hunt</dc:creator>
  <cp:lastModifiedBy>Katie Hunt</cp:lastModifiedBy>
  <cp:revision>2</cp:revision>
  <dcterms:created xsi:type="dcterms:W3CDTF">2023-10-24T12:14:09Z</dcterms:created>
  <dcterms:modified xsi:type="dcterms:W3CDTF">2023-12-04T23:58:35Z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0x010100537481E1DCCBB043A7E4880321167946</vt:lpwstr>
  </property>
</Properties>
</file>