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67" r:id="rId6"/>
    <p:sldId id="259" r:id="rId7"/>
    <p:sldId id="261" r:id="rId8"/>
    <p:sldId id="268" r:id="rId9"/>
    <p:sldId id="257" r:id="rId10"/>
    <p:sldId id="265" r:id="rId11"/>
    <p:sldId id="260" r:id="rId12"/>
    <p:sldId id="263" r:id="rId13"/>
    <p:sldId id="258" r:id="rId14"/>
    <p:sldId id="26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59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E5D6E-4DCB-5EDD-9E59-2EC97D3C55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588E8E-91F3-3F6F-2021-CE0897C8A5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45858-CA88-EC46-77A2-82DE9741E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36C79-FCEB-4718-800A-2508417C3F89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37F859-660B-DE3A-9376-834DC0906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B5F97A-5CC8-0B48-1F4D-1A49D19E7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AA201-FAEA-4E5B-9988-5D662C7DB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240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91260-729C-BF54-5FB8-56F4645B3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E775E-062E-F8D3-FB2E-42CC4BCEC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B667F-634C-CCC5-C442-F723123F2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36C79-FCEB-4718-800A-2508417C3F89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1FC722-C78C-BC7D-48FD-EEA884C98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AE967-168C-4A3C-80EE-DBD162D6E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AA201-FAEA-4E5B-9988-5D662C7DB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712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089FE-C932-5510-5D18-DF59B3379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F5C54D-262E-C6AF-513C-A6BCB3DA5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AAD8C-6F4E-AC6E-10D3-5AAC00C3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36C79-FCEB-4718-800A-2508417C3F89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ACA9B-BD5E-F893-C4E3-FE8C82819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9EC3A-41EB-7965-65E0-102EB6452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AA201-FAEA-4E5B-9988-5D662C7DB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570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4978E-FDD5-E5B9-2FA4-C3C67FEF5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87EBE-3B27-1B75-A6B9-091B7C7F06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1A5706-87E3-BB5D-FDE3-8769ABE8D7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2055DA-A380-1493-8D41-01520C5E1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36C79-FCEB-4718-800A-2508417C3F89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174769-094F-AE9F-AB84-625B9C3B8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A5F112-EC00-1422-3458-FFA960C7D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AA201-FAEA-4E5B-9988-5D662C7DB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509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C804D-FBB9-99A5-9968-F175FA66D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3B31D6-5425-7336-126A-50531A1F4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095D0C-5FA7-EE78-111C-855F04CFCC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0E1C23-CA47-F8A1-AD31-6410022E41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078C69-CF9F-B30B-771E-7151A67A53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13D7B6-8608-30A7-C953-2C24806A5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36C79-FCEB-4718-800A-2508417C3F89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DA3525-0E4E-14A2-DF7F-8701375B7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95659C-020B-937A-43B1-286D6739E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AA201-FAEA-4E5B-9988-5D662C7DB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533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773BB-4B9B-0B46-C566-A5161431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3B9FB7-7B2E-B63D-2754-2C6E43A47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36C79-FCEB-4718-800A-2508417C3F89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7108B-0F9A-D1FE-B01D-E47954644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A43001-1A70-2141-C718-A4385FA87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AA201-FAEA-4E5B-9988-5D662C7DB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817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2AD7DE-0C2D-07CF-87D8-32286548E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36C79-FCEB-4718-800A-2508417C3F89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14FE74-267D-42AC-6FD4-43F3F6907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777ABF-A0AA-6A6B-9764-5B27412D6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AA201-FAEA-4E5B-9988-5D662C7DB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160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558EE-FC47-010D-2258-94E7DA4A6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5F642-59AA-020A-9984-C25D5DCF7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D4366B-1CF1-5A7A-D3E7-EEC7076AB4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CDAEAE-297A-C413-DCE5-82E8CC0A9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36C79-FCEB-4718-800A-2508417C3F89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70B5DD-330D-791A-2D93-F3FB17EF4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4DC29B-D5C1-E0E7-CAD1-73F2FAE24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AA201-FAEA-4E5B-9988-5D662C7DB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898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C48D6-B04D-F39B-CB64-1FB80D49A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3CE565-08C6-A5FE-9721-1EFAAF5E73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9E4760-9CFB-10AF-2CAA-C445245F44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932C87-FE6A-69A1-AA43-90989F5B8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36C79-FCEB-4718-800A-2508417C3F89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8BC40-6B91-6075-75A5-AF3B89E9D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0DE998-03FE-AC62-83CC-B788FA01D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AA201-FAEA-4E5B-9988-5D662C7DB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250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945E4-0140-51BE-9E5D-B951BF06A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8F2B0B-C34A-8620-BFDC-37C3FBD05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85A8AF-D953-0F17-F774-2EA9FA360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36C79-FCEB-4718-800A-2508417C3F89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44F2E6-2204-EDA9-C8F9-6030C55D0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4A6CE-419E-F7B5-F91D-49AD455C6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AA201-FAEA-4E5B-9988-5D662C7DB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141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56BDCB-A64B-EED3-8DD0-0AED4DDFD1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FD7C76-81B4-A340-D6CB-0B6FB96A25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FB53E7-0B5A-A308-B4D0-E94D1AD65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36C79-FCEB-4718-800A-2508417C3F89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F03DD-9A60-A3DD-0EAD-01D021D9C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DC7B1-7B3B-5FF4-1265-093AE9C7C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AA201-FAEA-4E5B-9988-5D662C7DB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750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1208A2-E81C-4A23-E994-C4F1ED51A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A5AC31-19B1-B351-005D-794692DD4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60AD4-B517-BFC6-EC37-A26F2EE3FD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F36C79-FCEB-4718-800A-2508417C3F89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89CD1B-1C31-717F-156E-BB944DCED3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F91464-4ABC-DED3-7501-B0CBAA3E33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BAA201-FAEA-4E5B-9988-5D662C7DB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918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quality-perfect-satisfaction-1714376/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Dumbbell rack at gym">
            <a:extLst>
              <a:ext uri="{FF2B5EF4-FFF2-40B4-BE49-F238E27FC236}">
                <a16:creationId xmlns:a16="http://schemas.microsoft.com/office/drawing/2014/main" id="{6E15B838-B521-4C88-8F96-585818566D3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b="9274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5BB4FE-4835-B09E-0DB2-6301BDCEE8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200" y="965200"/>
            <a:ext cx="10261600" cy="3564869"/>
          </a:xfrm>
        </p:spPr>
        <p:txBody>
          <a:bodyPr>
            <a:normAutofit/>
          </a:bodyPr>
          <a:lstStyle/>
          <a:p>
            <a:pPr algn="l"/>
            <a:r>
              <a:rPr lang="en-US" sz="11500">
                <a:ln w="22225">
                  <a:solidFill>
                    <a:schemeClr val="tx1"/>
                  </a:solidFill>
                  <a:miter lim="800000"/>
                </a:ln>
                <a:noFill/>
                <a:highlight>
                  <a:srgbClr val="0000FF"/>
                </a:highlight>
                <a:latin typeface="Agency FB" panose="020B0503020202020204" pitchFamily="34" charset="0"/>
              </a:rPr>
              <a:t>GYM HOUSEKEEPING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A80E4F-82D1-D082-2FE3-0E76CDAB63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00" y="4572002"/>
            <a:ext cx="10261600" cy="1202995"/>
          </a:xfrm>
        </p:spPr>
        <p:txBody>
          <a:bodyPr>
            <a:normAutofit/>
          </a:bodyPr>
          <a:lstStyle/>
          <a:p>
            <a:pPr algn="l"/>
            <a:r>
              <a:rPr lang="en-US" sz="3200">
                <a:highlight>
                  <a:srgbClr val="FF0000"/>
                </a:highlight>
                <a:latin typeface="Agency FB" panose="020B0503020202020204" pitchFamily="34" charset="0"/>
              </a:rPr>
              <a:t>PHYSICAL EDUCATION</a:t>
            </a:r>
          </a:p>
        </p:txBody>
      </p:sp>
    </p:spTree>
    <p:extLst>
      <p:ext uri="{BB962C8B-B14F-4D97-AF65-F5344CB8AC3E}">
        <p14:creationId xmlns:p14="http://schemas.microsoft.com/office/powerpoint/2010/main" val="3353119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CC1A5E-15CA-3B1F-77B2-50CB993D9B41}"/>
              </a:ext>
            </a:extLst>
          </p:cNvPr>
          <p:cNvSpPr txBox="1"/>
          <p:nvPr/>
        </p:nvSpPr>
        <p:spPr>
          <a:xfrm>
            <a:off x="640323" y="2598529"/>
            <a:ext cx="10911597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8000" dirty="0">
                <a:solidFill>
                  <a:srgbClr val="FF0000"/>
                </a:solidFill>
                <a:latin typeface="Agency FB"/>
              </a:rPr>
              <a:t>THIS IS A SAFE SPACE FOR ALL.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641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E40B1F2-C1D4-74D9-2EC3-98E9EFA50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solidFill>
                  <a:srgbClr val="FF0000"/>
                </a:solidFill>
                <a:latin typeface="Agency FB" panose="020B0503020202020204" pitchFamily="34" charset="0"/>
              </a:rPr>
              <a:t>LOCKER ROOM ETIQUETTE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C2E262-9A10-3C54-31D5-694DF4066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>
                <a:solidFill>
                  <a:srgbClr val="FF0000"/>
                </a:solidFill>
                <a:latin typeface="Agency FB" panose="020B0503020202020204" pitchFamily="34" charset="0"/>
              </a:rPr>
              <a:t>BE RESPECTFUL.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>
                <a:solidFill>
                  <a:srgbClr val="FF0000"/>
                </a:solidFill>
                <a:latin typeface="Agency FB" panose="020B0503020202020204" pitchFamily="34" charset="0"/>
              </a:rPr>
              <a:t>MIND YOUR BUSINESS.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>
                <a:solidFill>
                  <a:srgbClr val="FF0000"/>
                </a:solidFill>
                <a:latin typeface="Agency FB" panose="020B0503020202020204" pitchFamily="34" charset="0"/>
              </a:rPr>
              <a:t>RESPECT OTHER PEOPLE’S PERSONAL SPACE.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>
                <a:solidFill>
                  <a:srgbClr val="FF0000"/>
                </a:solidFill>
                <a:latin typeface="Agency FB" panose="020B0503020202020204" pitchFamily="34" charset="0"/>
              </a:rPr>
              <a:t>KEEP YOUR HANDS TO YOURSELF.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>
                <a:solidFill>
                  <a:srgbClr val="FF0000"/>
                </a:solidFill>
                <a:latin typeface="Agency FB" panose="020B0503020202020204" pitchFamily="34" charset="0"/>
              </a:rPr>
              <a:t>ONLY TOUCH </a:t>
            </a:r>
            <a:r>
              <a:rPr lang="en-US" b="1" u="sng">
                <a:solidFill>
                  <a:srgbClr val="FF0000"/>
                </a:solidFill>
                <a:latin typeface="Agency FB" panose="020B0503020202020204" pitchFamily="34" charset="0"/>
              </a:rPr>
              <a:t>YOUR</a:t>
            </a:r>
            <a:r>
              <a:rPr lang="en-US">
                <a:solidFill>
                  <a:srgbClr val="FF0000"/>
                </a:solidFill>
                <a:latin typeface="Agency FB" panose="020B0503020202020204" pitchFamily="34" charset="0"/>
              </a:rPr>
              <a:t> BELONGINGS.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>
                <a:solidFill>
                  <a:srgbClr val="FF0000"/>
                </a:solidFill>
                <a:latin typeface="Agency FB" panose="020B0503020202020204" pitchFamily="34" charset="0"/>
              </a:rPr>
              <a:t>IF YOU ARE NOT USING THE RESTROOM OR CHANGING YOU SHOULD NOT BE IN THE LOCKER ROOM.</a:t>
            </a:r>
          </a:p>
          <a:p>
            <a:pPr>
              <a:buFont typeface="Wingdings" panose="05000000000000000000" pitchFamily="2" charset="2"/>
              <a:buChar char="§"/>
            </a:pPr>
            <a:endParaRPr lang="en-US">
              <a:latin typeface="Agency FB" panose="020B0503020202020204" pitchFamily="34" charset="0"/>
            </a:endParaRPr>
          </a:p>
          <a:p>
            <a:pPr marL="0" indent="0">
              <a:buNone/>
            </a:pPr>
            <a:endParaRPr lang="en-US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77978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Title 2">
            <a:extLst>
              <a:ext uri="{FF2B5EF4-FFF2-40B4-BE49-F238E27FC236}">
                <a16:creationId xmlns:a16="http://schemas.microsoft.com/office/drawing/2014/main" id="{2E40B1F2-C1D4-74D9-2EC3-98E9EFA50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solidFill>
                  <a:srgbClr val="FF0000"/>
                </a:solidFill>
                <a:latin typeface="Agency FB" panose="020B0503020202020204" pitchFamily="34" charset="0"/>
              </a:rPr>
              <a:t>GYM ETIQUETTE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C2E262-9A10-3C54-31D5-694DF40666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653" y="1552909"/>
            <a:ext cx="10515600" cy="4939966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FF0000"/>
                </a:solidFill>
                <a:latin typeface="Agency FB" panose="020B0503020202020204" pitchFamily="34" charset="0"/>
              </a:rPr>
              <a:t>BE RESPECTFUL.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>
                <a:solidFill>
                  <a:srgbClr val="FF0000"/>
                </a:solidFill>
                <a:latin typeface="Agency FB" panose="020B0503020202020204" pitchFamily="34" charset="0"/>
              </a:rPr>
              <a:t>ENTER THE GYM QUIETLY AND FIND YOUR ATTENDANCE SPOT.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FF0000"/>
                </a:solidFill>
                <a:latin typeface="Agency FB" panose="020B0503020202020204" pitchFamily="34" charset="0"/>
              </a:rPr>
              <a:t>STAY IN THE GYM DURING YOUR RESPECTIVE CLASS PERIOD UNLESS YOU HAVE PERMISSION OTHERWISE.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FF0000"/>
                </a:solidFill>
                <a:latin typeface="Agency FB" panose="020B0503020202020204" pitchFamily="34" charset="0"/>
              </a:rPr>
              <a:t>THE COACH'S OFFICE IS OFF LIMITS TO STUDENTS.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FF0000"/>
                </a:solidFill>
                <a:latin typeface="Agency FB" panose="020B0503020202020204" pitchFamily="34" charset="0"/>
              </a:rPr>
              <a:t>DO NOT GO INTO THE GYM CLOSET UNLESS INSTRUCTED TO DO SO.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FF0000"/>
                </a:solidFill>
                <a:latin typeface="Agency FB" panose="020B0503020202020204" pitchFamily="34" charset="0"/>
              </a:rPr>
              <a:t>PLEASE DO NOT TOUCH GYM EQUIPMENT BEFORE INSTRUCTION.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FF0000"/>
                </a:solidFill>
                <a:latin typeface="Agency FB" panose="020B0503020202020204" pitchFamily="34" charset="0"/>
              </a:rPr>
              <a:t>DO NOT BRING ANY RESTRICTED ITEMS IN THE GYM.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FF0000"/>
                </a:solidFill>
                <a:latin typeface="Agency FB" panose="020B0503020202020204" pitchFamily="34" charset="0"/>
              </a:rPr>
              <a:t>KEEP YOUR HANDS TO YOURSELF.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FF0000"/>
                </a:solidFill>
                <a:latin typeface="Agency FB" panose="020B0503020202020204" pitchFamily="34" charset="0"/>
              </a:rPr>
              <a:t>HELP KEEP THE GYM CLEAN.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FF0000"/>
                </a:solidFill>
                <a:latin typeface="Agency FB" panose="020B0503020202020204" pitchFamily="34" charset="0"/>
              </a:rPr>
              <a:t>CONTRIBUTE GOOD VIBES TO THE SPACE.</a:t>
            </a:r>
            <a:endParaRPr lang="en-US" dirty="0">
              <a:latin typeface="Agency FB" panose="020B0503020202020204" pitchFamily="34" charset="0"/>
            </a:endParaRPr>
          </a:p>
          <a:p>
            <a:pPr marL="0" indent="0">
              <a:buNone/>
            </a:pPr>
            <a:endParaRPr lang="en-US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39664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750">
        <p15:prstTrans prst="curtains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CC1A5E-15CA-3B1F-77B2-50CB993D9B41}"/>
              </a:ext>
            </a:extLst>
          </p:cNvPr>
          <p:cNvSpPr txBox="1"/>
          <p:nvPr/>
        </p:nvSpPr>
        <p:spPr>
          <a:xfrm>
            <a:off x="155542" y="1166842"/>
            <a:ext cx="1188091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rgbClr val="FF0000"/>
                </a:solidFill>
                <a:latin typeface="Agency FB" panose="020B0503020202020204" pitchFamily="34" charset="0"/>
              </a:rPr>
              <a:t>DO NOT OPEN THE GYM </a:t>
            </a:r>
            <a:r>
              <a:rPr lang="en-US" sz="9600">
                <a:solidFill>
                  <a:srgbClr val="FF0000"/>
                </a:solidFill>
                <a:latin typeface="Agency FB" panose="020B0503020202020204" pitchFamily="34" charset="0"/>
              </a:rPr>
              <a:t>DOOR UNLESS </a:t>
            </a:r>
            <a:r>
              <a:rPr lang="en-US" sz="9600" dirty="0">
                <a:solidFill>
                  <a:srgbClr val="FF0000"/>
                </a:solidFill>
                <a:latin typeface="Agency FB" panose="020B0503020202020204" pitchFamily="34" charset="0"/>
              </a:rPr>
              <a:t>INSTRUCTED BY ONE OF THE COACHES.</a:t>
            </a:r>
          </a:p>
        </p:txBody>
      </p:sp>
    </p:spTree>
    <p:extLst>
      <p:ext uri="{BB962C8B-B14F-4D97-AF65-F5344CB8AC3E}">
        <p14:creationId xmlns:p14="http://schemas.microsoft.com/office/powerpoint/2010/main" val="13783338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CC1A5E-15CA-3B1F-77B2-50CB993D9B41}"/>
              </a:ext>
            </a:extLst>
          </p:cNvPr>
          <p:cNvSpPr txBox="1"/>
          <p:nvPr/>
        </p:nvSpPr>
        <p:spPr>
          <a:xfrm>
            <a:off x="1575043" y="2486769"/>
            <a:ext cx="939775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rgbClr val="FF0000"/>
                </a:solidFill>
                <a:latin typeface="Agency FB" panose="020B0503020202020204" pitchFamily="34" charset="0"/>
              </a:rPr>
              <a:t>NO EATING IN THE GYM.</a:t>
            </a:r>
          </a:p>
        </p:txBody>
      </p:sp>
    </p:spTree>
    <p:extLst>
      <p:ext uri="{BB962C8B-B14F-4D97-AF65-F5344CB8AC3E}">
        <p14:creationId xmlns:p14="http://schemas.microsoft.com/office/powerpoint/2010/main" val="1802786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CC1A5E-15CA-3B1F-77B2-50CB993D9B41}"/>
              </a:ext>
            </a:extLst>
          </p:cNvPr>
          <p:cNvSpPr txBox="1"/>
          <p:nvPr/>
        </p:nvSpPr>
        <p:spPr>
          <a:xfrm>
            <a:off x="1075510" y="1538502"/>
            <a:ext cx="9770290" cy="34163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7200">
                <a:solidFill>
                  <a:srgbClr val="FF0000"/>
                </a:solidFill>
                <a:latin typeface="Agency FB"/>
              </a:rPr>
              <a:t>WHEN YOU HEAR THE  WHISTLE SOUND PAUSE AND SEE WHAT THE COACHES NEED FROM YOU.</a:t>
            </a:r>
          </a:p>
        </p:txBody>
      </p:sp>
      <p:pic>
        <p:nvPicPr>
          <p:cNvPr id="3" name="Picture 3" descr="Pause - Single by Sk Da Sensei | Spotify">
            <a:extLst>
              <a:ext uri="{FF2B5EF4-FFF2-40B4-BE49-F238E27FC236}">
                <a16:creationId xmlns:a16="http://schemas.microsoft.com/office/drawing/2014/main" id="{ED85B1DC-1083-87E4-0420-D0E1D33E60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7560" y="4748979"/>
            <a:ext cx="1698524" cy="1686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973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7BC5F11-64DA-4AF9-A8ED-2CB1CBF4D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5400">
                <a:solidFill>
                  <a:srgbClr val="FF0000"/>
                </a:solidFill>
                <a:latin typeface="Agency FB" panose="020B0503020202020204" pitchFamily="34" charset="0"/>
              </a:rPr>
              <a:t>ILLNESS PROTOCOL</a:t>
            </a: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028054-2183-ED59-965E-D08538F30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marR="0" lvl="0" indent="0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IF YOU ARE NOT FEELING WELL, YOU SHOULD ALERT ONE OF THE COACHES IMMEDIATELY.</a:t>
            </a:r>
          </a:p>
          <a:p>
            <a:pPr marL="0" marR="0" lvl="0" indent="0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>
              <a:solidFill>
                <a:srgbClr val="FF0000"/>
              </a:solidFill>
              <a:latin typeface="Agency FB" panose="020B0503020202020204" pitchFamily="34" charset="0"/>
            </a:endParaRPr>
          </a:p>
          <a:p>
            <a:pPr marL="0" marR="0" lvl="0" indent="0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>
                <a:solidFill>
                  <a:srgbClr val="FF0000"/>
                </a:solidFill>
                <a:highlight>
                  <a:srgbClr val="FFFF00"/>
                </a:highlight>
                <a:latin typeface="Agency FB" panose="020B0503020202020204" pitchFamily="34" charset="0"/>
              </a:rPr>
              <a:t>IT IS NOT OKAY TO KNOW THAT YOU ARE SICK AND POTENTIALLY INFECT OTHERS.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highlight>
                <a:srgbClr val="FFFF00"/>
              </a:highlight>
              <a:uLnTx/>
              <a:uFillTx/>
              <a:latin typeface="Agency FB" panose="020B0503020202020204" pitchFamily="34" charset="0"/>
              <a:ea typeface="+mn-ea"/>
              <a:cs typeface="+mn-cs"/>
            </a:endParaRPr>
          </a:p>
          <a:p>
            <a:pPr marL="0" marR="0" lvl="0" indent="0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2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Agency FB" panose="020B0503020202020204" pitchFamily="34" charset="0"/>
              <a:ea typeface="+mn-ea"/>
              <a:cs typeface="+mn-cs"/>
            </a:endParaRPr>
          </a:p>
        </p:txBody>
      </p:sp>
      <p:pic>
        <p:nvPicPr>
          <p:cNvPr id="6" name="Picture 5" descr="Desk with stethoscope and computer keyboard">
            <a:extLst>
              <a:ext uri="{FF2B5EF4-FFF2-40B4-BE49-F238E27FC236}">
                <a16:creationId xmlns:a16="http://schemas.microsoft.com/office/drawing/2014/main" id="{60F0A133-F289-E871-FB46-E46833D160A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048" r="-1" b="-1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47595976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146831-96A5-CBBA-E30F-41857E3B0713}"/>
              </a:ext>
            </a:extLst>
          </p:cNvPr>
          <p:cNvSpPr txBox="1"/>
          <p:nvPr/>
        </p:nvSpPr>
        <p:spPr>
          <a:xfrm>
            <a:off x="3276599" y="2698175"/>
            <a:ext cx="62363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>
                <a:solidFill>
                  <a:srgbClr val="FF0000"/>
                </a:solidFill>
                <a:latin typeface="Agency FB" panose="020B0503020202020204" pitchFamily="34" charset="0"/>
              </a:rPr>
              <a:t>LET’S HAVE A GREAT YEAR.</a:t>
            </a:r>
          </a:p>
        </p:txBody>
      </p:sp>
      <p:pic>
        <p:nvPicPr>
          <p:cNvPr id="4" name="Picture 3" descr="A red stamp with text&#10;&#10;Description automatically generated">
            <a:extLst>
              <a:ext uri="{FF2B5EF4-FFF2-40B4-BE49-F238E27FC236}">
                <a16:creationId xmlns:a16="http://schemas.microsoft.com/office/drawing/2014/main" id="{827EBAA0-4C53-DDDD-E187-DDC82E735D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56928" y="4045793"/>
            <a:ext cx="2194560" cy="219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632048"/>
      </p:ext>
    </p:extLst>
  </p:cSld>
  <p:clrMapOvr>
    <a:masterClrMapping/>
  </p:clrMapOvr>
  <p:transition spd="slow">
    <p:wheel spokes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278B0-4A27-0E35-7D60-73AFEC6D8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solidFill>
                  <a:srgbClr val="FF0000"/>
                </a:solidFill>
                <a:latin typeface="Agency FB" panose="020B0503020202020204" pitchFamily="34" charset="0"/>
              </a:rPr>
              <a:t>GYM HOUSEKEEPING 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3E351-1C31-0E82-2C5F-1BE9552768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>
                <a:solidFill>
                  <a:srgbClr val="FF0000"/>
                </a:solidFill>
                <a:latin typeface="Agency FB" panose="020B0503020202020204" pitchFamily="34" charset="0"/>
              </a:rPr>
              <a:t>COACH HUNT</a:t>
            </a:r>
          </a:p>
        </p:txBody>
      </p:sp>
      <p:pic>
        <p:nvPicPr>
          <p:cNvPr id="8" name="Content Placeholder 7" descr="A qr code with red squares&#10;&#10;Description automatically generated">
            <a:extLst>
              <a:ext uri="{FF2B5EF4-FFF2-40B4-BE49-F238E27FC236}">
                <a16:creationId xmlns:a16="http://schemas.microsoft.com/office/drawing/2014/main" id="{515E07B9-4D70-1D8E-11C5-6C7961408FA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6387" y="2505075"/>
            <a:ext cx="3684588" cy="3684588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013CD7-4E78-2D63-AD62-9FE5638DCC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en-US">
                <a:solidFill>
                  <a:srgbClr val="FF0000"/>
                </a:solidFill>
                <a:latin typeface="Agency FB" panose="020B0503020202020204" pitchFamily="34" charset="0"/>
              </a:rPr>
              <a:t>COACH GAWLIK</a:t>
            </a:r>
          </a:p>
        </p:txBody>
      </p:sp>
      <p:pic>
        <p:nvPicPr>
          <p:cNvPr id="10" name="Content Placeholder 9" descr="A qr code with blue squares&#10;&#10;Description automatically generated">
            <a:extLst>
              <a:ext uri="{FF2B5EF4-FFF2-40B4-BE49-F238E27FC236}">
                <a16:creationId xmlns:a16="http://schemas.microsoft.com/office/drawing/2014/main" id="{08D49BC5-11D5-8582-18DC-91673E505C1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1500" y="2505075"/>
            <a:ext cx="3684588" cy="3684588"/>
          </a:xfrm>
        </p:spPr>
      </p:pic>
    </p:spTree>
    <p:extLst>
      <p:ext uri="{BB962C8B-B14F-4D97-AF65-F5344CB8AC3E}">
        <p14:creationId xmlns:p14="http://schemas.microsoft.com/office/powerpoint/2010/main" val="113151169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3504F-7316-96E6-BA49-FD2A25461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solidFill>
                  <a:srgbClr val="FF0000"/>
                </a:solidFill>
                <a:latin typeface="Agency FB" panose="020B0503020202020204" pitchFamily="34" charset="0"/>
              </a:rPr>
              <a:t>PE INTEREST FORM</a:t>
            </a:r>
          </a:p>
        </p:txBody>
      </p:sp>
      <p:pic>
        <p:nvPicPr>
          <p:cNvPr id="4" name="Picture 3" descr="A qr code with blue squares&#10;&#10;Description automatically generated">
            <a:extLst>
              <a:ext uri="{FF2B5EF4-FFF2-40B4-BE49-F238E27FC236}">
                <a16:creationId xmlns:a16="http://schemas.microsoft.com/office/drawing/2014/main" id="{D07AA281-8E1F-112B-1B70-4E1A5BBFCB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200" y="1960418"/>
            <a:ext cx="4052058" cy="4052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933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7481E1DCCBB043A7E4880321167946" ma:contentTypeVersion="3" ma:contentTypeDescription="Create a new document." ma:contentTypeScope="" ma:versionID="52af34a4974ab3f8de2c2f38b8ce8f94">
  <xsd:schema xmlns:xsd="http://www.w3.org/2001/XMLSchema" xmlns:xs="http://www.w3.org/2001/XMLSchema" xmlns:p="http://schemas.microsoft.com/office/2006/metadata/properties" xmlns:ns3="c412834d-558c-4c65-b217-eae0caaedaf9" targetNamespace="http://schemas.microsoft.com/office/2006/metadata/properties" ma:root="true" ma:fieldsID="033c53a1f82fc888e13f15edf5ee94e8" ns3:_="">
    <xsd:import namespace="c412834d-558c-4c65-b217-eae0caaedaf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12834d-558c-4c65-b217-eae0caaedaf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C32D7A5-9C45-4246-B6AE-12D4F46170D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FD4E6C0-2A5E-4AC6-88EF-85D478B390F2}">
  <ds:schemaRefs>
    <ds:schemaRef ds:uri="http://purl.org/dc/terms/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purl.org/dc/elements/1.1/"/>
    <ds:schemaRef ds:uri="http://www.w3.org/XML/1998/namespace"/>
    <ds:schemaRef ds:uri="http://schemas.microsoft.com/office/2006/metadata/properties"/>
    <ds:schemaRef ds:uri="http://schemas.openxmlformats.org/package/2006/metadata/core-properties"/>
    <ds:schemaRef ds:uri="c412834d-558c-4c65-b217-eae0caaedaf9"/>
  </ds:schemaRefs>
</ds:datastoreItem>
</file>

<file path=customXml/itemProps3.xml><?xml version="1.0" encoding="utf-8"?>
<ds:datastoreItem xmlns:ds="http://schemas.openxmlformats.org/officeDocument/2006/customXml" ds:itemID="{5D30C45C-8710-4682-A2FF-D3C88C0577D6}">
  <ds:schemaRefs>
    <ds:schemaRef ds:uri="c412834d-558c-4c65-b217-eae0caaedaf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232</Words>
  <Application>Microsoft Office PowerPoint</Application>
  <PresentationFormat>Widescreen</PresentationFormat>
  <Paragraphs>33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Agency FB</vt:lpstr>
      <vt:lpstr>Arial</vt:lpstr>
      <vt:lpstr>Calibri</vt:lpstr>
      <vt:lpstr>Calibri Light</vt:lpstr>
      <vt:lpstr>Wingdings</vt:lpstr>
      <vt:lpstr>Office Theme</vt:lpstr>
      <vt:lpstr>GYM HOUSEKEEPING</vt:lpstr>
      <vt:lpstr>PowerPoint Presentation</vt:lpstr>
      <vt:lpstr>LOCKER ROOM ETIQUETTE</vt:lpstr>
      <vt:lpstr>GYM ETIQUETTE</vt:lpstr>
      <vt:lpstr>PowerPoint Presentation</vt:lpstr>
      <vt:lpstr>PowerPoint Presentation</vt:lpstr>
      <vt:lpstr>PowerPoint Presentation</vt:lpstr>
      <vt:lpstr>ILLNESS PROTOCOL</vt:lpstr>
      <vt:lpstr>PowerPoint Presentation</vt:lpstr>
      <vt:lpstr>GYM HOUSEKEEPING ASSESSMENT</vt:lpstr>
      <vt:lpstr>PE INTEREST FORM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GYM HOUSEKEEPING</dc:title>
  <dc:creator>Katie Hunt</dc:creator>
  <cp:lastModifiedBy>Katie Hunt</cp:lastModifiedBy>
  <cp:revision>17</cp:revision>
  <dcterms:created xsi:type="dcterms:W3CDTF">2023-07-28T12:25:55Z</dcterms:created>
  <dcterms:modified xsi:type="dcterms:W3CDTF">2023-12-05T00:24:49Z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0x010100537481E1DCCBB043A7E4880321167946</vt:lpwstr>
  </property>
</Properties>
</file>