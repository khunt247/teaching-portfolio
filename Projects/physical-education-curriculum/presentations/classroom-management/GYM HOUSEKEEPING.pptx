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9" r:id="rId7"/>
    <p:sldId id="261" r:id="rId8"/>
    <p:sldId id="268" r:id="rId9"/>
    <p:sldId id="257" r:id="rId10"/>
    <p:sldId id="265" r:id="rId11"/>
    <p:sldId id="260" r:id="rId12"/>
    <p:sldId id="263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5D6E-4DCB-5EDD-9E59-2EC97D3C5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88E8E-91F3-3F6F-2021-CE0897C8A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45858-CA88-EC46-77A2-82DE9741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F859-660B-DE3A-9376-834DC090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F97A-5CC8-0B48-1F4D-1A49D19E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4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1260-729C-BF54-5FB8-56F4645B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775E-062E-F8D3-FB2E-42CC4BCE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B667F-634C-CCC5-C442-F723123F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C722-C78C-BC7D-48FD-EEA884C9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E967-168C-4A3C-80EE-DBD162D6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1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89FE-C932-5510-5D18-DF59B337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5C54D-262E-C6AF-513C-A6BCB3DA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AD8C-6F4E-AC6E-10D3-5AAC00C3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CA9B-BD5E-F893-C4E3-FE8C8281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EC3A-41EB-7965-65E0-102EB645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7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978E-FDD5-E5B9-2FA4-C3C67FEF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87EBE-3B27-1B75-A6B9-091B7C7F0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A5706-87E3-BB5D-FDE3-8769ABE8D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055DA-A380-1493-8D41-01520C5E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4769-094F-AE9F-AB84-625B9C3B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5F112-EC00-1422-3458-FFA960C7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0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804D-FBB9-99A5-9968-F175FA66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31D6-5425-7336-126A-50531A1F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95D0C-5FA7-EE78-111C-855F04CF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E1C23-CA47-F8A1-AD31-6410022E4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78C69-CF9F-B30B-771E-7151A67A5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3D7B6-8608-30A7-C953-2C24806A5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A3525-0E4E-14A2-DF7F-8701375B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5659C-020B-937A-43B1-286D6739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3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73BB-4B9B-0B46-C566-A5161431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B9FB7-7B2E-B63D-2754-2C6E43A4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7108B-0F9A-D1FE-B01D-E4795464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43001-1A70-2141-C718-A4385FA8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1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AD7DE-0C2D-07CF-87D8-32286548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4FE74-267D-42AC-6FD4-43F3F690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77ABF-A0AA-6A6B-9764-5B27412D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6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58EE-FC47-010D-2258-94E7DA4A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5F642-59AA-020A-9984-C25D5DCF7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4366B-1CF1-5A7A-D3E7-EEC7076AB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DAEAE-297A-C413-DCE5-82E8CC0A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0B5DD-330D-791A-2D93-F3FB17EF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DC29B-D5C1-E0E7-CAD1-73F2FAE2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9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48D6-B04D-F39B-CB64-1FB80D49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CE565-08C6-A5FE-9721-1EFAAF5E7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E4760-9CFB-10AF-2CAA-C445245F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32C87-FE6A-69A1-AA43-90989F5B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8BC40-6B91-6075-75A5-AF3B89E9D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E998-03FE-AC62-83CC-B788FA01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5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45E4-0140-51BE-9E5D-B951BF06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F2B0B-C34A-8620-BFDC-37C3FBD05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5A8AF-D953-0F17-F774-2EA9FA36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F2E6-2204-EDA9-C8F9-6030C55D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6CE-419E-F7B5-F91D-49AD455C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4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6BDCB-A64B-EED3-8DD0-0AED4DDFD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D7C76-81B4-A340-D6CB-0B6FB96A2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B53E7-0B5A-A308-B4D0-E94D1AD6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03DD-9A60-A3DD-0EAD-01D021D9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C7B1-7B3B-5FF4-1265-093AE9C7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5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208A2-E81C-4A23-E994-C4F1ED51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5AC31-19B1-B351-005D-794692DD4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0AD4-B517-BFC6-EC37-A26F2EE3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36C79-FCEB-4718-800A-2508417C3F8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CD1B-1C31-717F-156E-BB944DCE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1464-4ABC-DED3-7501-B0CBAA3E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AA201-FAEA-4E5B-9988-5D662C7D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1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ality-perfect-satisfaction-1714376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umbbell rack at gym">
            <a:extLst>
              <a:ext uri="{FF2B5EF4-FFF2-40B4-BE49-F238E27FC236}">
                <a16:creationId xmlns:a16="http://schemas.microsoft.com/office/drawing/2014/main" id="{6E15B838-B521-4C88-8F96-585818566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92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BB4FE-4835-B09E-0DB2-6301BDCEE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11500">
                <a:ln w="22225">
                  <a:solidFill>
                    <a:schemeClr val="tx1"/>
                  </a:solidFill>
                  <a:miter lim="800000"/>
                </a:ln>
                <a:noFill/>
                <a:highlight>
                  <a:srgbClr val="0000FF"/>
                </a:highlight>
                <a:latin typeface="Agency FB" panose="020B0503020202020204" pitchFamily="34" charset="0"/>
              </a:rPr>
              <a:t>GYM HOUSEKEEPING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80E4F-82D1-D082-2FE3-0E76CDAB6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highlight>
                  <a:srgbClr val="FF0000"/>
                </a:highlight>
                <a:latin typeface="Agency FB" panose="020B0503020202020204" pitchFamily="34" charset="0"/>
              </a:rPr>
              <a:t>PHYSICAL EDUCATION</a:t>
            </a:r>
          </a:p>
        </p:txBody>
      </p:sp>
    </p:spTree>
    <p:extLst>
      <p:ext uri="{BB962C8B-B14F-4D97-AF65-F5344CB8AC3E}">
        <p14:creationId xmlns:p14="http://schemas.microsoft.com/office/powerpoint/2010/main" val="335311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A5E-15CA-3B1F-77B2-50CB993D9B41}"/>
              </a:ext>
            </a:extLst>
          </p:cNvPr>
          <p:cNvSpPr txBox="1"/>
          <p:nvPr/>
        </p:nvSpPr>
        <p:spPr>
          <a:xfrm>
            <a:off x="640323" y="2598529"/>
            <a:ext cx="1091159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8000" dirty="0">
                <a:solidFill>
                  <a:srgbClr val="FF0000"/>
                </a:solidFill>
                <a:latin typeface="Agency FB"/>
              </a:rPr>
              <a:t>THIS IS A SAFE SPACE FOR ALL.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40B1F2-C1D4-74D9-2EC3-98E9EFA5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LOCKER ROOM ETIQUETTE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2E262-9A10-3C54-31D5-694DF406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BE RESPECTFUL.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MIND YOUR BUSINESS.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RESPECT OTHER PEOPLE’S PERSONAL SPACE.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KEEP YOUR HANDS TO YOURSELF.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ONLY TOUCH </a:t>
            </a:r>
            <a:r>
              <a:rPr lang="en-US" b="1" u="sng">
                <a:solidFill>
                  <a:srgbClr val="FF0000"/>
                </a:solidFill>
                <a:latin typeface="Agency FB" panose="020B0503020202020204" pitchFamily="34" charset="0"/>
              </a:rPr>
              <a:t>YOUR</a:t>
            </a: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 BELONGINGS.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IF YOU ARE NOT USING THE RESTROOM OR CHANGING YOU SHOULD NOT BE IN THE LOCKER ROOM.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97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Title 2">
            <a:extLst>
              <a:ext uri="{FF2B5EF4-FFF2-40B4-BE49-F238E27FC236}">
                <a16:creationId xmlns:a16="http://schemas.microsoft.com/office/drawing/2014/main" id="{2E40B1F2-C1D4-74D9-2EC3-98E9EFA5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GYM ETIQUETTE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2E262-9A10-3C54-31D5-694DF406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3" y="1552909"/>
            <a:ext cx="10515600" cy="493996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BE RESPECTFUL.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ENTER THE GYM QUIETLY AND FIND YOUR ATTENDANCE SPOT.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STAY IN THE GYM DURING YOUR RESPECTIVE CLASS PERIOD UNLESS YOU HAVE PERMISSION OTHERWISE.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THE COACH'S OFFICE IS OFF LIMITS TO STUDENTS.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DO NOT GO INTO THE GYM CLOSET UNLESS INSTRUCTED TO DO SO.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PLEASE DO NOT TOUCH GYM EQUIPMENT BEFORE INSTRUCTION.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DO NOT BRING ANY RESTRICTED ITEMS IN THE GYM.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KEEP YOUR HANDS TO YOURSELF.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HELP KEEP THE GYM CLEAN.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CONTRIBUTE GOOD VIBES TO THE SPACE.</a:t>
            </a:r>
            <a:endParaRPr lang="en-US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396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75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A5E-15CA-3B1F-77B2-50CB993D9B41}"/>
              </a:ext>
            </a:extLst>
          </p:cNvPr>
          <p:cNvSpPr txBox="1"/>
          <p:nvPr/>
        </p:nvSpPr>
        <p:spPr>
          <a:xfrm>
            <a:off x="155542" y="1166842"/>
            <a:ext cx="118809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Agency FB" panose="020B0503020202020204" pitchFamily="34" charset="0"/>
              </a:rPr>
              <a:t>DO NOT OPEN THE GYM </a:t>
            </a:r>
            <a:r>
              <a:rPr lang="en-US" sz="9600">
                <a:solidFill>
                  <a:srgbClr val="FF0000"/>
                </a:solidFill>
                <a:latin typeface="Agency FB" panose="020B0503020202020204" pitchFamily="34" charset="0"/>
              </a:rPr>
              <a:t>DOOR UNLESS </a:t>
            </a:r>
            <a:r>
              <a:rPr lang="en-US" sz="9600" dirty="0">
                <a:solidFill>
                  <a:srgbClr val="FF0000"/>
                </a:solidFill>
                <a:latin typeface="Agency FB" panose="020B0503020202020204" pitchFamily="34" charset="0"/>
              </a:rPr>
              <a:t>INSTRUCTED BY ONE OF THE COACHES.</a:t>
            </a:r>
          </a:p>
        </p:txBody>
      </p:sp>
    </p:spTree>
    <p:extLst>
      <p:ext uri="{BB962C8B-B14F-4D97-AF65-F5344CB8AC3E}">
        <p14:creationId xmlns:p14="http://schemas.microsoft.com/office/powerpoint/2010/main" val="137833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A5E-15CA-3B1F-77B2-50CB993D9B41}"/>
              </a:ext>
            </a:extLst>
          </p:cNvPr>
          <p:cNvSpPr txBox="1"/>
          <p:nvPr/>
        </p:nvSpPr>
        <p:spPr>
          <a:xfrm>
            <a:off x="1575043" y="2486769"/>
            <a:ext cx="93977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rgbClr val="FF0000"/>
                </a:solidFill>
                <a:latin typeface="Agency FB" panose="020B0503020202020204" pitchFamily="34" charset="0"/>
              </a:rPr>
              <a:t>NO EATING IN THE GYM.</a:t>
            </a:r>
          </a:p>
        </p:txBody>
      </p:sp>
    </p:spTree>
    <p:extLst>
      <p:ext uri="{BB962C8B-B14F-4D97-AF65-F5344CB8AC3E}">
        <p14:creationId xmlns:p14="http://schemas.microsoft.com/office/powerpoint/2010/main" val="180278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A5E-15CA-3B1F-77B2-50CB993D9B41}"/>
              </a:ext>
            </a:extLst>
          </p:cNvPr>
          <p:cNvSpPr txBox="1"/>
          <p:nvPr/>
        </p:nvSpPr>
        <p:spPr>
          <a:xfrm>
            <a:off x="1075510" y="1538502"/>
            <a:ext cx="977029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7200">
                <a:solidFill>
                  <a:srgbClr val="FF0000"/>
                </a:solidFill>
                <a:latin typeface="Agency FB"/>
              </a:rPr>
              <a:t>WHEN YOU HEAR THE  WHISTLE SOUND PAUSE AND SEE WHAT THE COACHES NEED FROM YOU.</a:t>
            </a:r>
          </a:p>
        </p:txBody>
      </p:sp>
      <p:pic>
        <p:nvPicPr>
          <p:cNvPr id="3" name="Picture 3" descr="Pause - Single by Sk Da Sensei | Spotify">
            <a:extLst>
              <a:ext uri="{FF2B5EF4-FFF2-40B4-BE49-F238E27FC236}">
                <a16:creationId xmlns:a16="http://schemas.microsoft.com/office/drawing/2014/main" id="{ED85B1DC-1083-87E4-0420-D0E1D33E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560" y="4748979"/>
            <a:ext cx="1698524" cy="168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7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BC5F11-64DA-4AF9-A8ED-2CB1CBF4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solidFill>
                  <a:srgbClr val="FF0000"/>
                </a:solidFill>
                <a:latin typeface="Agency FB" panose="020B0503020202020204" pitchFamily="34" charset="0"/>
              </a:rPr>
              <a:t>ILLNESS PROTOCOL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28054-2183-ED59-965E-D08538F30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IF YOU ARE NOT FEELING WELL, YOU SHOULD ALERT ONE OF THE COACHES IMMEDIATELY.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rgbClr val="FF0000"/>
                </a:solidFill>
                <a:highlight>
                  <a:srgbClr val="FFFF00"/>
                </a:highlight>
                <a:latin typeface="Agency FB" panose="020B0503020202020204" pitchFamily="34" charset="0"/>
              </a:rPr>
              <a:t>IT IS NOT OKAY TO KNOW THAT YOU ARE SICK AND POTENTIALLY INFECT OTHERS.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pic>
        <p:nvPicPr>
          <p:cNvPr id="6" name="Picture 5" descr="Desk with stethoscope and computer keyboard">
            <a:extLst>
              <a:ext uri="{FF2B5EF4-FFF2-40B4-BE49-F238E27FC236}">
                <a16:creationId xmlns:a16="http://schemas.microsoft.com/office/drawing/2014/main" id="{60F0A133-F289-E871-FB46-E46833D16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4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759597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46831-96A5-CBBA-E30F-41857E3B0713}"/>
              </a:ext>
            </a:extLst>
          </p:cNvPr>
          <p:cNvSpPr txBox="1"/>
          <p:nvPr/>
        </p:nvSpPr>
        <p:spPr>
          <a:xfrm>
            <a:off x="3276599" y="2698175"/>
            <a:ext cx="6236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rgbClr val="FF0000"/>
                </a:solidFill>
                <a:latin typeface="Agency FB" panose="020B0503020202020204" pitchFamily="34" charset="0"/>
              </a:rPr>
              <a:t>LET’S HAVE A GREAT YEAR.</a:t>
            </a:r>
          </a:p>
        </p:txBody>
      </p:sp>
      <p:pic>
        <p:nvPicPr>
          <p:cNvPr id="4" name="Picture 3" descr="A red stamp with text&#10;&#10;Description automatically generated">
            <a:extLst>
              <a:ext uri="{FF2B5EF4-FFF2-40B4-BE49-F238E27FC236}">
                <a16:creationId xmlns:a16="http://schemas.microsoft.com/office/drawing/2014/main" id="{827EBAA0-4C53-DDDD-E187-DDC82E735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56928" y="4045793"/>
            <a:ext cx="219456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32048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78B0-4A27-0E35-7D60-73AFEC6D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GYM HOUSEKEEPING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3E351-1C31-0E82-2C5F-1BE95527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7328" y="1853692"/>
            <a:ext cx="5157787" cy="823912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COACH HUNT</a:t>
            </a:r>
          </a:p>
        </p:txBody>
      </p:sp>
      <p:pic>
        <p:nvPicPr>
          <p:cNvPr id="8" name="Content Placeholder 7" descr="A qr code with red squares&#10;&#10;Description automatically generated">
            <a:extLst>
              <a:ext uri="{FF2B5EF4-FFF2-40B4-BE49-F238E27FC236}">
                <a16:creationId xmlns:a16="http://schemas.microsoft.com/office/drawing/2014/main" id="{515E07B9-4D70-1D8E-11C5-6C7961408F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927" y="2677604"/>
            <a:ext cx="3684588" cy="3684588"/>
          </a:xfrm>
        </p:spPr>
      </p:pic>
    </p:spTree>
    <p:extLst>
      <p:ext uri="{BB962C8B-B14F-4D97-AF65-F5344CB8AC3E}">
        <p14:creationId xmlns:p14="http://schemas.microsoft.com/office/powerpoint/2010/main" val="1131511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3" ma:contentTypeDescription="Create a new document." ma:contentTypeScope="" ma:versionID="52af34a4974ab3f8de2c2f38b8ce8f94">
  <xsd:schema xmlns:xsd="http://www.w3.org/2001/XMLSchema" xmlns:xs="http://www.w3.org/2001/XMLSchema" xmlns:p="http://schemas.microsoft.com/office/2006/metadata/properties" xmlns:ns3="c412834d-558c-4c65-b217-eae0caaedaf9" targetNamespace="http://schemas.microsoft.com/office/2006/metadata/properties" ma:root="true" ma:fieldsID="033c53a1f82fc888e13f15edf5ee94e8" ns3:_="">
    <xsd:import namespace="c412834d-558c-4c65-b217-eae0caaeda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30C45C-8710-4682-A2FF-D3C88C0577D6}">
  <ds:schemaRefs>
    <ds:schemaRef ds:uri="c412834d-558c-4c65-b217-eae0caaeda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D4E6C0-2A5E-4AC6-88EF-85D478B390F2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c412834d-558c-4c65-b217-eae0caaedaf9"/>
  </ds:schemaRefs>
</ds:datastoreItem>
</file>

<file path=customXml/itemProps3.xml><?xml version="1.0" encoding="utf-8"?>
<ds:datastoreItem xmlns:ds="http://schemas.openxmlformats.org/officeDocument/2006/customXml" ds:itemID="{DC32D7A5-9C45-4246-B6AE-12D4F46170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227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Arial</vt:lpstr>
      <vt:lpstr>Calibri</vt:lpstr>
      <vt:lpstr>Calibri Light</vt:lpstr>
      <vt:lpstr>Wingdings</vt:lpstr>
      <vt:lpstr>Office Theme</vt:lpstr>
      <vt:lpstr>GYM HOUSEKEEPING</vt:lpstr>
      <vt:lpstr>PowerPoint Presentation</vt:lpstr>
      <vt:lpstr>LOCKER ROOM ETIQUETTE</vt:lpstr>
      <vt:lpstr>GYM ETIQUETTE</vt:lpstr>
      <vt:lpstr>PowerPoint Presentation</vt:lpstr>
      <vt:lpstr>PowerPoint Presentation</vt:lpstr>
      <vt:lpstr>PowerPoint Presentation</vt:lpstr>
      <vt:lpstr>ILLNESS PROTOCOL</vt:lpstr>
      <vt:lpstr>PowerPoint Presentation</vt:lpstr>
      <vt:lpstr>GYM HOUSEKEEPING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HOUSEKEEPING</dc:title>
  <dc:creator>Katie Hunt</dc:creator>
  <cp:lastModifiedBy>katie hunt</cp:lastModifiedBy>
  <cp:revision>19</cp:revision>
  <dcterms:created xsi:type="dcterms:W3CDTF">2023-07-28T12:25:55Z</dcterms:created>
  <dcterms:modified xsi:type="dcterms:W3CDTF">2025-11-06T23:15:17Z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