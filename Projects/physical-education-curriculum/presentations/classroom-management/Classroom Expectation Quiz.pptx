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6A9BE-D8E2-4455-A7FA-A678FABEA501}" v="19" dt="2023-08-29T12:38:52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1FB7B-6C0A-46E5-BD2F-7FE4CFE9FDE7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2A5612-16D8-4EA9-8D4A-50CAC578711C}">
      <dgm:prSet/>
      <dgm:spPr/>
      <dgm:t>
        <a:bodyPr/>
        <a:lstStyle/>
        <a:p>
          <a:r>
            <a:rPr lang="en-US" dirty="0"/>
            <a:t>A) Have a seat quietly in attendance spot</a:t>
          </a:r>
        </a:p>
      </dgm:t>
    </dgm:pt>
    <dgm:pt modelId="{89A2B8A2-B611-4719-B7C5-057610F38CA0}" type="parTrans" cxnId="{BE52B946-4A08-40CC-9595-2E52D6CFEEA7}">
      <dgm:prSet/>
      <dgm:spPr/>
      <dgm:t>
        <a:bodyPr/>
        <a:lstStyle/>
        <a:p>
          <a:endParaRPr lang="en-US"/>
        </a:p>
      </dgm:t>
    </dgm:pt>
    <dgm:pt modelId="{85003282-D33C-4FE8-9B4A-AF014FCD5311}" type="sibTrans" cxnId="{BE52B946-4A08-40CC-9595-2E52D6CFEEA7}">
      <dgm:prSet/>
      <dgm:spPr/>
      <dgm:t>
        <a:bodyPr/>
        <a:lstStyle/>
        <a:p>
          <a:endParaRPr lang="en-US"/>
        </a:p>
      </dgm:t>
    </dgm:pt>
    <dgm:pt modelId="{E2D64779-342A-4879-8C45-834E210111E7}">
      <dgm:prSet/>
      <dgm:spPr/>
      <dgm:t>
        <a:bodyPr/>
        <a:lstStyle/>
        <a:p>
          <a:r>
            <a:rPr lang="en-US" dirty="0"/>
            <a:t>B) Run around gym</a:t>
          </a:r>
        </a:p>
      </dgm:t>
    </dgm:pt>
    <dgm:pt modelId="{22F3462B-A86D-4E09-BF6B-D0904C45030D}" type="parTrans" cxnId="{2B6F6D79-9D7A-40CB-9CC2-CA6D006AA0CB}">
      <dgm:prSet/>
      <dgm:spPr/>
      <dgm:t>
        <a:bodyPr/>
        <a:lstStyle/>
        <a:p>
          <a:endParaRPr lang="en-US"/>
        </a:p>
      </dgm:t>
    </dgm:pt>
    <dgm:pt modelId="{589601C5-B624-4FF4-9B7F-9882B91E138A}" type="sibTrans" cxnId="{2B6F6D79-9D7A-40CB-9CC2-CA6D006AA0CB}">
      <dgm:prSet/>
      <dgm:spPr/>
      <dgm:t>
        <a:bodyPr/>
        <a:lstStyle/>
        <a:p>
          <a:endParaRPr lang="en-US"/>
        </a:p>
      </dgm:t>
    </dgm:pt>
    <dgm:pt modelId="{6607466D-12CE-404C-AEA3-7E3600D3FCAB}">
      <dgm:prSet/>
      <dgm:spPr/>
      <dgm:t>
        <a:bodyPr/>
        <a:lstStyle/>
        <a:p>
          <a:r>
            <a:rPr lang="en-US" dirty="0"/>
            <a:t>C) Be in another classroom attendance area</a:t>
          </a:r>
        </a:p>
      </dgm:t>
    </dgm:pt>
    <dgm:pt modelId="{C90A6E97-4BBA-400F-B670-977E1B8C01E7}" type="parTrans" cxnId="{DC49142D-2E17-44F2-AC2B-CE0BB24FF5B7}">
      <dgm:prSet/>
      <dgm:spPr/>
      <dgm:t>
        <a:bodyPr/>
        <a:lstStyle/>
        <a:p>
          <a:endParaRPr lang="en-US"/>
        </a:p>
      </dgm:t>
    </dgm:pt>
    <dgm:pt modelId="{D54DE6F2-B0DA-4F6E-B5E2-998AFDF29066}" type="sibTrans" cxnId="{DC49142D-2E17-44F2-AC2B-CE0BB24FF5B7}">
      <dgm:prSet/>
      <dgm:spPr/>
      <dgm:t>
        <a:bodyPr/>
        <a:lstStyle/>
        <a:p>
          <a:endParaRPr lang="en-US"/>
        </a:p>
      </dgm:t>
    </dgm:pt>
    <dgm:pt modelId="{C963C9F8-F247-487C-9A2D-650ED4D7E89E}" type="pres">
      <dgm:prSet presAssocID="{F641FB7B-6C0A-46E5-BD2F-7FE4CFE9FDE7}" presName="linear" presStyleCnt="0">
        <dgm:presLayoutVars>
          <dgm:dir/>
          <dgm:animLvl val="lvl"/>
          <dgm:resizeHandles val="exact"/>
        </dgm:presLayoutVars>
      </dgm:prSet>
      <dgm:spPr/>
    </dgm:pt>
    <dgm:pt modelId="{C63229CB-D2E5-4341-BD3F-CABC8149EF54}" type="pres">
      <dgm:prSet presAssocID="{2C2A5612-16D8-4EA9-8D4A-50CAC578711C}" presName="parentLin" presStyleCnt="0"/>
      <dgm:spPr/>
    </dgm:pt>
    <dgm:pt modelId="{8226098A-AAAE-429F-B262-D2907B1F7A46}" type="pres">
      <dgm:prSet presAssocID="{2C2A5612-16D8-4EA9-8D4A-50CAC578711C}" presName="parentLeftMargin" presStyleLbl="node1" presStyleIdx="0" presStyleCnt="3"/>
      <dgm:spPr/>
    </dgm:pt>
    <dgm:pt modelId="{7BBFD070-3962-4EA8-A294-B85860881FE8}" type="pres">
      <dgm:prSet presAssocID="{2C2A5612-16D8-4EA9-8D4A-50CAC578711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80E4D7-9725-4F52-8F3F-885A36EBFB96}" type="pres">
      <dgm:prSet presAssocID="{2C2A5612-16D8-4EA9-8D4A-50CAC578711C}" presName="negativeSpace" presStyleCnt="0"/>
      <dgm:spPr/>
    </dgm:pt>
    <dgm:pt modelId="{011BD95A-0206-48A3-99A1-87D58690E63F}" type="pres">
      <dgm:prSet presAssocID="{2C2A5612-16D8-4EA9-8D4A-50CAC578711C}" presName="childText" presStyleLbl="conFgAcc1" presStyleIdx="0" presStyleCnt="3">
        <dgm:presLayoutVars>
          <dgm:bulletEnabled val="1"/>
        </dgm:presLayoutVars>
      </dgm:prSet>
      <dgm:spPr/>
    </dgm:pt>
    <dgm:pt modelId="{904D8717-2D5C-45A2-AA37-F4B966DEDB40}" type="pres">
      <dgm:prSet presAssocID="{85003282-D33C-4FE8-9B4A-AF014FCD5311}" presName="spaceBetweenRectangles" presStyleCnt="0"/>
      <dgm:spPr/>
    </dgm:pt>
    <dgm:pt modelId="{8AA8C9F3-01F5-4E4E-8527-C099C34769C2}" type="pres">
      <dgm:prSet presAssocID="{E2D64779-342A-4879-8C45-834E210111E7}" presName="parentLin" presStyleCnt="0"/>
      <dgm:spPr/>
    </dgm:pt>
    <dgm:pt modelId="{37CF8A82-16D6-4AB2-859B-A5E89DA3BAC8}" type="pres">
      <dgm:prSet presAssocID="{E2D64779-342A-4879-8C45-834E210111E7}" presName="parentLeftMargin" presStyleLbl="node1" presStyleIdx="0" presStyleCnt="3"/>
      <dgm:spPr/>
    </dgm:pt>
    <dgm:pt modelId="{34DBD882-0ACC-46D6-8F68-181B23505AAD}" type="pres">
      <dgm:prSet presAssocID="{E2D64779-342A-4879-8C45-834E210111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B01D65-8C73-487A-8998-447D9261C670}" type="pres">
      <dgm:prSet presAssocID="{E2D64779-342A-4879-8C45-834E210111E7}" presName="negativeSpace" presStyleCnt="0"/>
      <dgm:spPr/>
    </dgm:pt>
    <dgm:pt modelId="{2354688F-C437-4ABC-83EC-A49DE0604611}" type="pres">
      <dgm:prSet presAssocID="{E2D64779-342A-4879-8C45-834E210111E7}" presName="childText" presStyleLbl="conFgAcc1" presStyleIdx="1" presStyleCnt="3">
        <dgm:presLayoutVars>
          <dgm:bulletEnabled val="1"/>
        </dgm:presLayoutVars>
      </dgm:prSet>
      <dgm:spPr/>
    </dgm:pt>
    <dgm:pt modelId="{46F3819C-88A7-4CD6-B71B-A16895AAA62F}" type="pres">
      <dgm:prSet presAssocID="{589601C5-B624-4FF4-9B7F-9882B91E138A}" presName="spaceBetweenRectangles" presStyleCnt="0"/>
      <dgm:spPr/>
    </dgm:pt>
    <dgm:pt modelId="{0074123A-E7CA-478F-B4AC-0FA1C0CA9870}" type="pres">
      <dgm:prSet presAssocID="{6607466D-12CE-404C-AEA3-7E3600D3FCAB}" presName="parentLin" presStyleCnt="0"/>
      <dgm:spPr/>
    </dgm:pt>
    <dgm:pt modelId="{BA379954-7900-4B7D-95F5-3D1A5EA16339}" type="pres">
      <dgm:prSet presAssocID="{6607466D-12CE-404C-AEA3-7E3600D3FCAB}" presName="parentLeftMargin" presStyleLbl="node1" presStyleIdx="1" presStyleCnt="3"/>
      <dgm:spPr/>
    </dgm:pt>
    <dgm:pt modelId="{65560CFA-5434-4C58-B196-128520D74A39}" type="pres">
      <dgm:prSet presAssocID="{6607466D-12CE-404C-AEA3-7E3600D3FCA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82A3B65-29D5-476B-A329-CDB24C2DA4B2}" type="pres">
      <dgm:prSet presAssocID="{6607466D-12CE-404C-AEA3-7E3600D3FCAB}" presName="negativeSpace" presStyleCnt="0"/>
      <dgm:spPr/>
    </dgm:pt>
    <dgm:pt modelId="{D3C1F36E-F23B-4BA4-ADC8-8C4E8C3C9776}" type="pres">
      <dgm:prSet presAssocID="{6607466D-12CE-404C-AEA3-7E3600D3FCA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2C11A0C-6B37-4DB5-816A-78F4DC4DDD60}" type="presOf" srcId="{6607466D-12CE-404C-AEA3-7E3600D3FCAB}" destId="{65560CFA-5434-4C58-B196-128520D74A39}" srcOrd="1" destOrd="0" presId="urn:microsoft.com/office/officeart/2005/8/layout/list1"/>
    <dgm:cxn modelId="{DC49142D-2E17-44F2-AC2B-CE0BB24FF5B7}" srcId="{F641FB7B-6C0A-46E5-BD2F-7FE4CFE9FDE7}" destId="{6607466D-12CE-404C-AEA3-7E3600D3FCAB}" srcOrd="2" destOrd="0" parTransId="{C90A6E97-4BBA-400F-B670-977E1B8C01E7}" sibTransId="{D54DE6F2-B0DA-4F6E-B5E2-998AFDF29066}"/>
    <dgm:cxn modelId="{BE52B946-4A08-40CC-9595-2E52D6CFEEA7}" srcId="{F641FB7B-6C0A-46E5-BD2F-7FE4CFE9FDE7}" destId="{2C2A5612-16D8-4EA9-8D4A-50CAC578711C}" srcOrd="0" destOrd="0" parTransId="{89A2B8A2-B611-4719-B7C5-057610F38CA0}" sibTransId="{85003282-D33C-4FE8-9B4A-AF014FCD5311}"/>
    <dgm:cxn modelId="{4D33DA70-262E-4EAD-914D-DEC320359A61}" type="presOf" srcId="{2C2A5612-16D8-4EA9-8D4A-50CAC578711C}" destId="{7BBFD070-3962-4EA8-A294-B85860881FE8}" srcOrd="1" destOrd="0" presId="urn:microsoft.com/office/officeart/2005/8/layout/list1"/>
    <dgm:cxn modelId="{2B6F6D79-9D7A-40CB-9CC2-CA6D006AA0CB}" srcId="{F641FB7B-6C0A-46E5-BD2F-7FE4CFE9FDE7}" destId="{E2D64779-342A-4879-8C45-834E210111E7}" srcOrd="1" destOrd="0" parTransId="{22F3462B-A86D-4E09-BF6B-D0904C45030D}" sibTransId="{589601C5-B624-4FF4-9B7F-9882B91E138A}"/>
    <dgm:cxn modelId="{8E9B018D-875D-4697-8245-57C9A87D0FBE}" type="presOf" srcId="{E2D64779-342A-4879-8C45-834E210111E7}" destId="{34DBD882-0ACC-46D6-8F68-181B23505AAD}" srcOrd="1" destOrd="0" presId="urn:microsoft.com/office/officeart/2005/8/layout/list1"/>
    <dgm:cxn modelId="{95DDDA8E-4F77-43C9-A428-79E79BC28CA2}" type="presOf" srcId="{F641FB7B-6C0A-46E5-BD2F-7FE4CFE9FDE7}" destId="{C963C9F8-F247-487C-9A2D-650ED4D7E89E}" srcOrd="0" destOrd="0" presId="urn:microsoft.com/office/officeart/2005/8/layout/list1"/>
    <dgm:cxn modelId="{64D394B3-438B-4993-BDC7-86EED0C4EA46}" type="presOf" srcId="{E2D64779-342A-4879-8C45-834E210111E7}" destId="{37CF8A82-16D6-4AB2-859B-A5E89DA3BAC8}" srcOrd="0" destOrd="0" presId="urn:microsoft.com/office/officeart/2005/8/layout/list1"/>
    <dgm:cxn modelId="{528B6BD8-D47B-4AEB-BC85-641AD02517B9}" type="presOf" srcId="{6607466D-12CE-404C-AEA3-7E3600D3FCAB}" destId="{BA379954-7900-4B7D-95F5-3D1A5EA16339}" srcOrd="0" destOrd="0" presId="urn:microsoft.com/office/officeart/2005/8/layout/list1"/>
    <dgm:cxn modelId="{D95C7BD9-C2F7-48B3-BCFC-7D96994756D4}" type="presOf" srcId="{2C2A5612-16D8-4EA9-8D4A-50CAC578711C}" destId="{8226098A-AAAE-429F-B262-D2907B1F7A46}" srcOrd="0" destOrd="0" presId="urn:microsoft.com/office/officeart/2005/8/layout/list1"/>
    <dgm:cxn modelId="{1F87F679-E41A-4C06-A610-D678FA687B7A}" type="presParOf" srcId="{C963C9F8-F247-487C-9A2D-650ED4D7E89E}" destId="{C63229CB-D2E5-4341-BD3F-CABC8149EF54}" srcOrd="0" destOrd="0" presId="urn:microsoft.com/office/officeart/2005/8/layout/list1"/>
    <dgm:cxn modelId="{A796212D-D635-4F1A-91F9-78C142A6AFE8}" type="presParOf" srcId="{C63229CB-D2E5-4341-BD3F-CABC8149EF54}" destId="{8226098A-AAAE-429F-B262-D2907B1F7A46}" srcOrd="0" destOrd="0" presId="urn:microsoft.com/office/officeart/2005/8/layout/list1"/>
    <dgm:cxn modelId="{0607B0D9-BB2B-4F29-B4AA-0B2CC3A81D9E}" type="presParOf" srcId="{C63229CB-D2E5-4341-BD3F-CABC8149EF54}" destId="{7BBFD070-3962-4EA8-A294-B85860881FE8}" srcOrd="1" destOrd="0" presId="urn:microsoft.com/office/officeart/2005/8/layout/list1"/>
    <dgm:cxn modelId="{E1F1D950-812B-4B41-9049-8435863A405C}" type="presParOf" srcId="{C963C9F8-F247-487C-9A2D-650ED4D7E89E}" destId="{3980E4D7-9725-4F52-8F3F-885A36EBFB96}" srcOrd="1" destOrd="0" presId="urn:microsoft.com/office/officeart/2005/8/layout/list1"/>
    <dgm:cxn modelId="{26997C79-E5B4-4A07-B5DD-A60EFE069B62}" type="presParOf" srcId="{C963C9F8-F247-487C-9A2D-650ED4D7E89E}" destId="{011BD95A-0206-48A3-99A1-87D58690E63F}" srcOrd="2" destOrd="0" presId="urn:microsoft.com/office/officeart/2005/8/layout/list1"/>
    <dgm:cxn modelId="{23333147-F731-4EBA-AF35-DB304F013AD4}" type="presParOf" srcId="{C963C9F8-F247-487C-9A2D-650ED4D7E89E}" destId="{904D8717-2D5C-45A2-AA37-F4B966DEDB40}" srcOrd="3" destOrd="0" presId="urn:microsoft.com/office/officeart/2005/8/layout/list1"/>
    <dgm:cxn modelId="{88C15079-CD81-440B-BAC8-26A3EC6D6B9B}" type="presParOf" srcId="{C963C9F8-F247-487C-9A2D-650ED4D7E89E}" destId="{8AA8C9F3-01F5-4E4E-8527-C099C34769C2}" srcOrd="4" destOrd="0" presId="urn:microsoft.com/office/officeart/2005/8/layout/list1"/>
    <dgm:cxn modelId="{CECAE22F-32F6-4555-B41E-7E68CB3A6624}" type="presParOf" srcId="{8AA8C9F3-01F5-4E4E-8527-C099C34769C2}" destId="{37CF8A82-16D6-4AB2-859B-A5E89DA3BAC8}" srcOrd="0" destOrd="0" presId="urn:microsoft.com/office/officeart/2005/8/layout/list1"/>
    <dgm:cxn modelId="{AE436916-0FA0-4F32-9A20-DD2E307825A6}" type="presParOf" srcId="{8AA8C9F3-01F5-4E4E-8527-C099C34769C2}" destId="{34DBD882-0ACC-46D6-8F68-181B23505AAD}" srcOrd="1" destOrd="0" presId="urn:microsoft.com/office/officeart/2005/8/layout/list1"/>
    <dgm:cxn modelId="{A8864E84-031B-4D97-884E-DAEDD6DD2B36}" type="presParOf" srcId="{C963C9F8-F247-487C-9A2D-650ED4D7E89E}" destId="{E2B01D65-8C73-487A-8998-447D9261C670}" srcOrd="5" destOrd="0" presId="urn:microsoft.com/office/officeart/2005/8/layout/list1"/>
    <dgm:cxn modelId="{1EDF0F87-2897-42A3-A0D2-BF00979DF784}" type="presParOf" srcId="{C963C9F8-F247-487C-9A2D-650ED4D7E89E}" destId="{2354688F-C437-4ABC-83EC-A49DE0604611}" srcOrd="6" destOrd="0" presId="urn:microsoft.com/office/officeart/2005/8/layout/list1"/>
    <dgm:cxn modelId="{EC14E505-02E6-4831-BD8A-AE055DC1D6BD}" type="presParOf" srcId="{C963C9F8-F247-487C-9A2D-650ED4D7E89E}" destId="{46F3819C-88A7-4CD6-B71B-A16895AAA62F}" srcOrd="7" destOrd="0" presId="urn:microsoft.com/office/officeart/2005/8/layout/list1"/>
    <dgm:cxn modelId="{34C88843-1F47-4D37-81B9-667F2B1CD607}" type="presParOf" srcId="{C963C9F8-F247-487C-9A2D-650ED4D7E89E}" destId="{0074123A-E7CA-478F-B4AC-0FA1C0CA9870}" srcOrd="8" destOrd="0" presId="urn:microsoft.com/office/officeart/2005/8/layout/list1"/>
    <dgm:cxn modelId="{77FEB0D7-B36E-4CF5-B2FC-FD30EB12D8D3}" type="presParOf" srcId="{0074123A-E7CA-478F-B4AC-0FA1C0CA9870}" destId="{BA379954-7900-4B7D-95F5-3D1A5EA16339}" srcOrd="0" destOrd="0" presId="urn:microsoft.com/office/officeart/2005/8/layout/list1"/>
    <dgm:cxn modelId="{70BE19A8-6D9A-42D1-9632-AEB20858A3A8}" type="presParOf" srcId="{0074123A-E7CA-478F-B4AC-0FA1C0CA9870}" destId="{65560CFA-5434-4C58-B196-128520D74A39}" srcOrd="1" destOrd="0" presId="urn:microsoft.com/office/officeart/2005/8/layout/list1"/>
    <dgm:cxn modelId="{4E54B7AE-8461-4D45-AD6B-81C5F95CFDE8}" type="presParOf" srcId="{C963C9F8-F247-487C-9A2D-650ED4D7E89E}" destId="{D82A3B65-29D5-476B-A329-CDB24C2DA4B2}" srcOrd="9" destOrd="0" presId="urn:microsoft.com/office/officeart/2005/8/layout/list1"/>
    <dgm:cxn modelId="{97434177-D6CB-4B5C-AB6A-B7EA05BB2A03}" type="presParOf" srcId="{C963C9F8-F247-487C-9A2D-650ED4D7E89E}" destId="{D3C1F36E-F23B-4BA4-ADC8-8C4E8C3C977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41FB7B-6C0A-46E5-BD2F-7FE4CFE9FDE7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2A5612-16D8-4EA9-8D4A-50CAC578711C}">
      <dgm:prSet/>
      <dgm:spPr/>
      <dgm:t>
        <a:bodyPr/>
        <a:lstStyle/>
        <a:p>
          <a:r>
            <a:rPr lang="en-US" dirty="0"/>
            <a:t>A) Have a seat quietly in attendance spot unless instructed otherwise</a:t>
          </a:r>
        </a:p>
      </dgm:t>
    </dgm:pt>
    <dgm:pt modelId="{89A2B8A2-B611-4719-B7C5-057610F38CA0}" type="parTrans" cxnId="{BE52B946-4A08-40CC-9595-2E52D6CFEEA7}">
      <dgm:prSet/>
      <dgm:spPr/>
      <dgm:t>
        <a:bodyPr/>
        <a:lstStyle/>
        <a:p>
          <a:endParaRPr lang="en-US"/>
        </a:p>
      </dgm:t>
    </dgm:pt>
    <dgm:pt modelId="{85003282-D33C-4FE8-9B4A-AF014FCD5311}" type="sibTrans" cxnId="{BE52B946-4A08-40CC-9595-2E52D6CFEEA7}">
      <dgm:prSet/>
      <dgm:spPr/>
      <dgm:t>
        <a:bodyPr/>
        <a:lstStyle/>
        <a:p>
          <a:endParaRPr lang="en-US"/>
        </a:p>
      </dgm:t>
    </dgm:pt>
    <dgm:pt modelId="{E2D64779-342A-4879-8C45-834E210111E7}">
      <dgm:prSet/>
      <dgm:spPr/>
      <dgm:t>
        <a:bodyPr/>
        <a:lstStyle/>
        <a:p>
          <a:r>
            <a:rPr lang="en-US" dirty="0"/>
            <a:t>B) Run around gym</a:t>
          </a:r>
        </a:p>
      </dgm:t>
    </dgm:pt>
    <dgm:pt modelId="{22F3462B-A86D-4E09-BF6B-D0904C45030D}" type="parTrans" cxnId="{2B6F6D79-9D7A-40CB-9CC2-CA6D006AA0CB}">
      <dgm:prSet/>
      <dgm:spPr/>
      <dgm:t>
        <a:bodyPr/>
        <a:lstStyle/>
        <a:p>
          <a:endParaRPr lang="en-US"/>
        </a:p>
      </dgm:t>
    </dgm:pt>
    <dgm:pt modelId="{589601C5-B624-4FF4-9B7F-9882B91E138A}" type="sibTrans" cxnId="{2B6F6D79-9D7A-40CB-9CC2-CA6D006AA0CB}">
      <dgm:prSet/>
      <dgm:spPr/>
      <dgm:t>
        <a:bodyPr/>
        <a:lstStyle/>
        <a:p>
          <a:endParaRPr lang="en-US"/>
        </a:p>
      </dgm:t>
    </dgm:pt>
    <dgm:pt modelId="{6607466D-12CE-404C-AEA3-7E3600D3FCAB}">
      <dgm:prSet/>
      <dgm:spPr/>
      <dgm:t>
        <a:bodyPr/>
        <a:lstStyle/>
        <a:p>
          <a:r>
            <a:rPr lang="en-US" dirty="0"/>
            <a:t>C) Be in another classroom attendance area</a:t>
          </a:r>
        </a:p>
      </dgm:t>
    </dgm:pt>
    <dgm:pt modelId="{C90A6E97-4BBA-400F-B670-977E1B8C01E7}" type="parTrans" cxnId="{DC49142D-2E17-44F2-AC2B-CE0BB24FF5B7}">
      <dgm:prSet/>
      <dgm:spPr/>
      <dgm:t>
        <a:bodyPr/>
        <a:lstStyle/>
        <a:p>
          <a:endParaRPr lang="en-US"/>
        </a:p>
      </dgm:t>
    </dgm:pt>
    <dgm:pt modelId="{D54DE6F2-B0DA-4F6E-B5E2-998AFDF29066}" type="sibTrans" cxnId="{DC49142D-2E17-44F2-AC2B-CE0BB24FF5B7}">
      <dgm:prSet/>
      <dgm:spPr/>
      <dgm:t>
        <a:bodyPr/>
        <a:lstStyle/>
        <a:p>
          <a:endParaRPr lang="en-US"/>
        </a:p>
      </dgm:t>
    </dgm:pt>
    <dgm:pt modelId="{C963C9F8-F247-487C-9A2D-650ED4D7E89E}" type="pres">
      <dgm:prSet presAssocID="{F641FB7B-6C0A-46E5-BD2F-7FE4CFE9FDE7}" presName="linear" presStyleCnt="0">
        <dgm:presLayoutVars>
          <dgm:dir/>
          <dgm:animLvl val="lvl"/>
          <dgm:resizeHandles val="exact"/>
        </dgm:presLayoutVars>
      </dgm:prSet>
      <dgm:spPr/>
    </dgm:pt>
    <dgm:pt modelId="{C63229CB-D2E5-4341-BD3F-CABC8149EF54}" type="pres">
      <dgm:prSet presAssocID="{2C2A5612-16D8-4EA9-8D4A-50CAC578711C}" presName="parentLin" presStyleCnt="0"/>
      <dgm:spPr/>
    </dgm:pt>
    <dgm:pt modelId="{8226098A-AAAE-429F-B262-D2907B1F7A46}" type="pres">
      <dgm:prSet presAssocID="{2C2A5612-16D8-4EA9-8D4A-50CAC578711C}" presName="parentLeftMargin" presStyleLbl="node1" presStyleIdx="0" presStyleCnt="3"/>
      <dgm:spPr/>
    </dgm:pt>
    <dgm:pt modelId="{7BBFD070-3962-4EA8-A294-B85860881FE8}" type="pres">
      <dgm:prSet presAssocID="{2C2A5612-16D8-4EA9-8D4A-50CAC578711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80E4D7-9725-4F52-8F3F-885A36EBFB96}" type="pres">
      <dgm:prSet presAssocID="{2C2A5612-16D8-4EA9-8D4A-50CAC578711C}" presName="negativeSpace" presStyleCnt="0"/>
      <dgm:spPr/>
    </dgm:pt>
    <dgm:pt modelId="{011BD95A-0206-48A3-99A1-87D58690E63F}" type="pres">
      <dgm:prSet presAssocID="{2C2A5612-16D8-4EA9-8D4A-50CAC578711C}" presName="childText" presStyleLbl="conFgAcc1" presStyleIdx="0" presStyleCnt="3">
        <dgm:presLayoutVars>
          <dgm:bulletEnabled val="1"/>
        </dgm:presLayoutVars>
      </dgm:prSet>
      <dgm:spPr/>
    </dgm:pt>
    <dgm:pt modelId="{904D8717-2D5C-45A2-AA37-F4B966DEDB40}" type="pres">
      <dgm:prSet presAssocID="{85003282-D33C-4FE8-9B4A-AF014FCD5311}" presName="spaceBetweenRectangles" presStyleCnt="0"/>
      <dgm:spPr/>
    </dgm:pt>
    <dgm:pt modelId="{8AA8C9F3-01F5-4E4E-8527-C099C34769C2}" type="pres">
      <dgm:prSet presAssocID="{E2D64779-342A-4879-8C45-834E210111E7}" presName="parentLin" presStyleCnt="0"/>
      <dgm:spPr/>
    </dgm:pt>
    <dgm:pt modelId="{37CF8A82-16D6-4AB2-859B-A5E89DA3BAC8}" type="pres">
      <dgm:prSet presAssocID="{E2D64779-342A-4879-8C45-834E210111E7}" presName="parentLeftMargin" presStyleLbl="node1" presStyleIdx="0" presStyleCnt="3"/>
      <dgm:spPr/>
    </dgm:pt>
    <dgm:pt modelId="{34DBD882-0ACC-46D6-8F68-181B23505AAD}" type="pres">
      <dgm:prSet presAssocID="{E2D64779-342A-4879-8C45-834E210111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B01D65-8C73-487A-8998-447D9261C670}" type="pres">
      <dgm:prSet presAssocID="{E2D64779-342A-4879-8C45-834E210111E7}" presName="negativeSpace" presStyleCnt="0"/>
      <dgm:spPr/>
    </dgm:pt>
    <dgm:pt modelId="{2354688F-C437-4ABC-83EC-A49DE0604611}" type="pres">
      <dgm:prSet presAssocID="{E2D64779-342A-4879-8C45-834E210111E7}" presName="childText" presStyleLbl="conFgAcc1" presStyleIdx="1" presStyleCnt="3">
        <dgm:presLayoutVars>
          <dgm:bulletEnabled val="1"/>
        </dgm:presLayoutVars>
      </dgm:prSet>
      <dgm:spPr/>
    </dgm:pt>
    <dgm:pt modelId="{46F3819C-88A7-4CD6-B71B-A16895AAA62F}" type="pres">
      <dgm:prSet presAssocID="{589601C5-B624-4FF4-9B7F-9882B91E138A}" presName="spaceBetweenRectangles" presStyleCnt="0"/>
      <dgm:spPr/>
    </dgm:pt>
    <dgm:pt modelId="{0074123A-E7CA-478F-B4AC-0FA1C0CA9870}" type="pres">
      <dgm:prSet presAssocID="{6607466D-12CE-404C-AEA3-7E3600D3FCAB}" presName="parentLin" presStyleCnt="0"/>
      <dgm:spPr/>
    </dgm:pt>
    <dgm:pt modelId="{BA379954-7900-4B7D-95F5-3D1A5EA16339}" type="pres">
      <dgm:prSet presAssocID="{6607466D-12CE-404C-AEA3-7E3600D3FCAB}" presName="parentLeftMargin" presStyleLbl="node1" presStyleIdx="1" presStyleCnt="3"/>
      <dgm:spPr/>
    </dgm:pt>
    <dgm:pt modelId="{65560CFA-5434-4C58-B196-128520D74A39}" type="pres">
      <dgm:prSet presAssocID="{6607466D-12CE-404C-AEA3-7E3600D3FCA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82A3B65-29D5-476B-A329-CDB24C2DA4B2}" type="pres">
      <dgm:prSet presAssocID="{6607466D-12CE-404C-AEA3-7E3600D3FCAB}" presName="negativeSpace" presStyleCnt="0"/>
      <dgm:spPr/>
    </dgm:pt>
    <dgm:pt modelId="{D3C1F36E-F23B-4BA4-ADC8-8C4E8C3C9776}" type="pres">
      <dgm:prSet presAssocID="{6607466D-12CE-404C-AEA3-7E3600D3FCA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2C11A0C-6B37-4DB5-816A-78F4DC4DDD60}" type="presOf" srcId="{6607466D-12CE-404C-AEA3-7E3600D3FCAB}" destId="{65560CFA-5434-4C58-B196-128520D74A39}" srcOrd="1" destOrd="0" presId="urn:microsoft.com/office/officeart/2005/8/layout/list1"/>
    <dgm:cxn modelId="{DC49142D-2E17-44F2-AC2B-CE0BB24FF5B7}" srcId="{F641FB7B-6C0A-46E5-BD2F-7FE4CFE9FDE7}" destId="{6607466D-12CE-404C-AEA3-7E3600D3FCAB}" srcOrd="2" destOrd="0" parTransId="{C90A6E97-4BBA-400F-B670-977E1B8C01E7}" sibTransId="{D54DE6F2-B0DA-4F6E-B5E2-998AFDF29066}"/>
    <dgm:cxn modelId="{BE52B946-4A08-40CC-9595-2E52D6CFEEA7}" srcId="{F641FB7B-6C0A-46E5-BD2F-7FE4CFE9FDE7}" destId="{2C2A5612-16D8-4EA9-8D4A-50CAC578711C}" srcOrd="0" destOrd="0" parTransId="{89A2B8A2-B611-4719-B7C5-057610F38CA0}" sibTransId="{85003282-D33C-4FE8-9B4A-AF014FCD5311}"/>
    <dgm:cxn modelId="{4D33DA70-262E-4EAD-914D-DEC320359A61}" type="presOf" srcId="{2C2A5612-16D8-4EA9-8D4A-50CAC578711C}" destId="{7BBFD070-3962-4EA8-A294-B85860881FE8}" srcOrd="1" destOrd="0" presId="urn:microsoft.com/office/officeart/2005/8/layout/list1"/>
    <dgm:cxn modelId="{2B6F6D79-9D7A-40CB-9CC2-CA6D006AA0CB}" srcId="{F641FB7B-6C0A-46E5-BD2F-7FE4CFE9FDE7}" destId="{E2D64779-342A-4879-8C45-834E210111E7}" srcOrd="1" destOrd="0" parTransId="{22F3462B-A86D-4E09-BF6B-D0904C45030D}" sibTransId="{589601C5-B624-4FF4-9B7F-9882B91E138A}"/>
    <dgm:cxn modelId="{8E9B018D-875D-4697-8245-57C9A87D0FBE}" type="presOf" srcId="{E2D64779-342A-4879-8C45-834E210111E7}" destId="{34DBD882-0ACC-46D6-8F68-181B23505AAD}" srcOrd="1" destOrd="0" presId="urn:microsoft.com/office/officeart/2005/8/layout/list1"/>
    <dgm:cxn modelId="{95DDDA8E-4F77-43C9-A428-79E79BC28CA2}" type="presOf" srcId="{F641FB7B-6C0A-46E5-BD2F-7FE4CFE9FDE7}" destId="{C963C9F8-F247-487C-9A2D-650ED4D7E89E}" srcOrd="0" destOrd="0" presId="urn:microsoft.com/office/officeart/2005/8/layout/list1"/>
    <dgm:cxn modelId="{64D394B3-438B-4993-BDC7-86EED0C4EA46}" type="presOf" srcId="{E2D64779-342A-4879-8C45-834E210111E7}" destId="{37CF8A82-16D6-4AB2-859B-A5E89DA3BAC8}" srcOrd="0" destOrd="0" presId="urn:microsoft.com/office/officeart/2005/8/layout/list1"/>
    <dgm:cxn modelId="{528B6BD8-D47B-4AEB-BC85-641AD02517B9}" type="presOf" srcId="{6607466D-12CE-404C-AEA3-7E3600D3FCAB}" destId="{BA379954-7900-4B7D-95F5-3D1A5EA16339}" srcOrd="0" destOrd="0" presId="urn:microsoft.com/office/officeart/2005/8/layout/list1"/>
    <dgm:cxn modelId="{D95C7BD9-C2F7-48B3-BCFC-7D96994756D4}" type="presOf" srcId="{2C2A5612-16D8-4EA9-8D4A-50CAC578711C}" destId="{8226098A-AAAE-429F-B262-D2907B1F7A46}" srcOrd="0" destOrd="0" presId="urn:microsoft.com/office/officeart/2005/8/layout/list1"/>
    <dgm:cxn modelId="{1F87F679-E41A-4C06-A610-D678FA687B7A}" type="presParOf" srcId="{C963C9F8-F247-487C-9A2D-650ED4D7E89E}" destId="{C63229CB-D2E5-4341-BD3F-CABC8149EF54}" srcOrd="0" destOrd="0" presId="urn:microsoft.com/office/officeart/2005/8/layout/list1"/>
    <dgm:cxn modelId="{A796212D-D635-4F1A-91F9-78C142A6AFE8}" type="presParOf" srcId="{C63229CB-D2E5-4341-BD3F-CABC8149EF54}" destId="{8226098A-AAAE-429F-B262-D2907B1F7A46}" srcOrd="0" destOrd="0" presId="urn:microsoft.com/office/officeart/2005/8/layout/list1"/>
    <dgm:cxn modelId="{0607B0D9-BB2B-4F29-B4AA-0B2CC3A81D9E}" type="presParOf" srcId="{C63229CB-D2E5-4341-BD3F-CABC8149EF54}" destId="{7BBFD070-3962-4EA8-A294-B85860881FE8}" srcOrd="1" destOrd="0" presId="urn:microsoft.com/office/officeart/2005/8/layout/list1"/>
    <dgm:cxn modelId="{E1F1D950-812B-4B41-9049-8435863A405C}" type="presParOf" srcId="{C963C9F8-F247-487C-9A2D-650ED4D7E89E}" destId="{3980E4D7-9725-4F52-8F3F-885A36EBFB96}" srcOrd="1" destOrd="0" presId="urn:microsoft.com/office/officeart/2005/8/layout/list1"/>
    <dgm:cxn modelId="{26997C79-E5B4-4A07-B5DD-A60EFE069B62}" type="presParOf" srcId="{C963C9F8-F247-487C-9A2D-650ED4D7E89E}" destId="{011BD95A-0206-48A3-99A1-87D58690E63F}" srcOrd="2" destOrd="0" presId="urn:microsoft.com/office/officeart/2005/8/layout/list1"/>
    <dgm:cxn modelId="{23333147-F731-4EBA-AF35-DB304F013AD4}" type="presParOf" srcId="{C963C9F8-F247-487C-9A2D-650ED4D7E89E}" destId="{904D8717-2D5C-45A2-AA37-F4B966DEDB40}" srcOrd="3" destOrd="0" presId="urn:microsoft.com/office/officeart/2005/8/layout/list1"/>
    <dgm:cxn modelId="{88C15079-CD81-440B-BAC8-26A3EC6D6B9B}" type="presParOf" srcId="{C963C9F8-F247-487C-9A2D-650ED4D7E89E}" destId="{8AA8C9F3-01F5-4E4E-8527-C099C34769C2}" srcOrd="4" destOrd="0" presId="urn:microsoft.com/office/officeart/2005/8/layout/list1"/>
    <dgm:cxn modelId="{CECAE22F-32F6-4555-B41E-7E68CB3A6624}" type="presParOf" srcId="{8AA8C9F3-01F5-4E4E-8527-C099C34769C2}" destId="{37CF8A82-16D6-4AB2-859B-A5E89DA3BAC8}" srcOrd="0" destOrd="0" presId="urn:microsoft.com/office/officeart/2005/8/layout/list1"/>
    <dgm:cxn modelId="{AE436916-0FA0-4F32-9A20-DD2E307825A6}" type="presParOf" srcId="{8AA8C9F3-01F5-4E4E-8527-C099C34769C2}" destId="{34DBD882-0ACC-46D6-8F68-181B23505AAD}" srcOrd="1" destOrd="0" presId="urn:microsoft.com/office/officeart/2005/8/layout/list1"/>
    <dgm:cxn modelId="{A8864E84-031B-4D97-884E-DAEDD6DD2B36}" type="presParOf" srcId="{C963C9F8-F247-487C-9A2D-650ED4D7E89E}" destId="{E2B01D65-8C73-487A-8998-447D9261C670}" srcOrd="5" destOrd="0" presId="urn:microsoft.com/office/officeart/2005/8/layout/list1"/>
    <dgm:cxn modelId="{1EDF0F87-2897-42A3-A0D2-BF00979DF784}" type="presParOf" srcId="{C963C9F8-F247-487C-9A2D-650ED4D7E89E}" destId="{2354688F-C437-4ABC-83EC-A49DE0604611}" srcOrd="6" destOrd="0" presId="urn:microsoft.com/office/officeart/2005/8/layout/list1"/>
    <dgm:cxn modelId="{EC14E505-02E6-4831-BD8A-AE055DC1D6BD}" type="presParOf" srcId="{C963C9F8-F247-487C-9A2D-650ED4D7E89E}" destId="{46F3819C-88A7-4CD6-B71B-A16895AAA62F}" srcOrd="7" destOrd="0" presId="urn:microsoft.com/office/officeart/2005/8/layout/list1"/>
    <dgm:cxn modelId="{34C88843-1F47-4D37-81B9-667F2B1CD607}" type="presParOf" srcId="{C963C9F8-F247-487C-9A2D-650ED4D7E89E}" destId="{0074123A-E7CA-478F-B4AC-0FA1C0CA9870}" srcOrd="8" destOrd="0" presId="urn:microsoft.com/office/officeart/2005/8/layout/list1"/>
    <dgm:cxn modelId="{77FEB0D7-B36E-4CF5-B2FC-FD30EB12D8D3}" type="presParOf" srcId="{0074123A-E7CA-478F-B4AC-0FA1C0CA9870}" destId="{BA379954-7900-4B7D-95F5-3D1A5EA16339}" srcOrd="0" destOrd="0" presId="urn:microsoft.com/office/officeart/2005/8/layout/list1"/>
    <dgm:cxn modelId="{70BE19A8-6D9A-42D1-9632-AEB20858A3A8}" type="presParOf" srcId="{0074123A-E7CA-478F-B4AC-0FA1C0CA9870}" destId="{65560CFA-5434-4C58-B196-128520D74A39}" srcOrd="1" destOrd="0" presId="urn:microsoft.com/office/officeart/2005/8/layout/list1"/>
    <dgm:cxn modelId="{4E54B7AE-8461-4D45-AD6B-81C5F95CFDE8}" type="presParOf" srcId="{C963C9F8-F247-487C-9A2D-650ED4D7E89E}" destId="{D82A3B65-29D5-476B-A329-CDB24C2DA4B2}" srcOrd="9" destOrd="0" presId="urn:microsoft.com/office/officeart/2005/8/layout/list1"/>
    <dgm:cxn modelId="{97434177-D6CB-4B5C-AB6A-B7EA05BB2A03}" type="presParOf" srcId="{C963C9F8-F247-487C-9A2D-650ED4D7E89E}" destId="{D3C1F36E-F23B-4BA4-ADC8-8C4E8C3C977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41FB7B-6C0A-46E5-BD2F-7FE4CFE9FDE7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2A5612-16D8-4EA9-8D4A-50CAC578711C}">
      <dgm:prSet/>
      <dgm:spPr/>
      <dgm:t>
        <a:bodyPr/>
        <a:lstStyle/>
        <a:p>
          <a:r>
            <a:rPr lang="en-US" dirty="0"/>
            <a:t>A) NO</a:t>
          </a:r>
        </a:p>
      </dgm:t>
    </dgm:pt>
    <dgm:pt modelId="{89A2B8A2-B611-4719-B7C5-057610F38CA0}" type="parTrans" cxnId="{BE52B946-4A08-40CC-9595-2E52D6CFEEA7}">
      <dgm:prSet/>
      <dgm:spPr/>
      <dgm:t>
        <a:bodyPr/>
        <a:lstStyle/>
        <a:p>
          <a:endParaRPr lang="en-US"/>
        </a:p>
      </dgm:t>
    </dgm:pt>
    <dgm:pt modelId="{85003282-D33C-4FE8-9B4A-AF014FCD5311}" type="sibTrans" cxnId="{BE52B946-4A08-40CC-9595-2E52D6CFEEA7}">
      <dgm:prSet/>
      <dgm:spPr/>
      <dgm:t>
        <a:bodyPr/>
        <a:lstStyle/>
        <a:p>
          <a:endParaRPr lang="en-US"/>
        </a:p>
      </dgm:t>
    </dgm:pt>
    <dgm:pt modelId="{E2D64779-342A-4879-8C45-834E210111E7}">
      <dgm:prSet/>
      <dgm:spPr/>
      <dgm:t>
        <a:bodyPr/>
        <a:lstStyle/>
        <a:p>
          <a:r>
            <a:rPr lang="en-US" dirty="0"/>
            <a:t>B) YES</a:t>
          </a:r>
        </a:p>
      </dgm:t>
    </dgm:pt>
    <dgm:pt modelId="{22F3462B-A86D-4E09-BF6B-D0904C45030D}" type="parTrans" cxnId="{2B6F6D79-9D7A-40CB-9CC2-CA6D006AA0CB}">
      <dgm:prSet/>
      <dgm:spPr/>
      <dgm:t>
        <a:bodyPr/>
        <a:lstStyle/>
        <a:p>
          <a:endParaRPr lang="en-US"/>
        </a:p>
      </dgm:t>
    </dgm:pt>
    <dgm:pt modelId="{589601C5-B624-4FF4-9B7F-9882B91E138A}" type="sibTrans" cxnId="{2B6F6D79-9D7A-40CB-9CC2-CA6D006AA0CB}">
      <dgm:prSet/>
      <dgm:spPr/>
      <dgm:t>
        <a:bodyPr/>
        <a:lstStyle/>
        <a:p>
          <a:endParaRPr lang="en-US"/>
        </a:p>
      </dgm:t>
    </dgm:pt>
    <dgm:pt modelId="{C963C9F8-F247-487C-9A2D-650ED4D7E89E}" type="pres">
      <dgm:prSet presAssocID="{F641FB7B-6C0A-46E5-BD2F-7FE4CFE9FDE7}" presName="linear" presStyleCnt="0">
        <dgm:presLayoutVars>
          <dgm:dir/>
          <dgm:animLvl val="lvl"/>
          <dgm:resizeHandles val="exact"/>
        </dgm:presLayoutVars>
      </dgm:prSet>
      <dgm:spPr/>
    </dgm:pt>
    <dgm:pt modelId="{C63229CB-D2E5-4341-BD3F-CABC8149EF54}" type="pres">
      <dgm:prSet presAssocID="{2C2A5612-16D8-4EA9-8D4A-50CAC578711C}" presName="parentLin" presStyleCnt="0"/>
      <dgm:spPr/>
    </dgm:pt>
    <dgm:pt modelId="{8226098A-AAAE-429F-B262-D2907B1F7A46}" type="pres">
      <dgm:prSet presAssocID="{2C2A5612-16D8-4EA9-8D4A-50CAC578711C}" presName="parentLeftMargin" presStyleLbl="node1" presStyleIdx="0" presStyleCnt="2"/>
      <dgm:spPr/>
    </dgm:pt>
    <dgm:pt modelId="{7BBFD070-3962-4EA8-A294-B85860881FE8}" type="pres">
      <dgm:prSet presAssocID="{2C2A5612-16D8-4EA9-8D4A-50CAC57871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80E4D7-9725-4F52-8F3F-885A36EBFB96}" type="pres">
      <dgm:prSet presAssocID="{2C2A5612-16D8-4EA9-8D4A-50CAC578711C}" presName="negativeSpace" presStyleCnt="0"/>
      <dgm:spPr/>
    </dgm:pt>
    <dgm:pt modelId="{011BD95A-0206-48A3-99A1-87D58690E63F}" type="pres">
      <dgm:prSet presAssocID="{2C2A5612-16D8-4EA9-8D4A-50CAC578711C}" presName="childText" presStyleLbl="conFgAcc1" presStyleIdx="0" presStyleCnt="2">
        <dgm:presLayoutVars>
          <dgm:bulletEnabled val="1"/>
        </dgm:presLayoutVars>
      </dgm:prSet>
      <dgm:spPr/>
    </dgm:pt>
    <dgm:pt modelId="{904D8717-2D5C-45A2-AA37-F4B966DEDB40}" type="pres">
      <dgm:prSet presAssocID="{85003282-D33C-4FE8-9B4A-AF014FCD5311}" presName="spaceBetweenRectangles" presStyleCnt="0"/>
      <dgm:spPr/>
    </dgm:pt>
    <dgm:pt modelId="{8AA8C9F3-01F5-4E4E-8527-C099C34769C2}" type="pres">
      <dgm:prSet presAssocID="{E2D64779-342A-4879-8C45-834E210111E7}" presName="parentLin" presStyleCnt="0"/>
      <dgm:spPr/>
    </dgm:pt>
    <dgm:pt modelId="{37CF8A82-16D6-4AB2-859B-A5E89DA3BAC8}" type="pres">
      <dgm:prSet presAssocID="{E2D64779-342A-4879-8C45-834E210111E7}" presName="parentLeftMargin" presStyleLbl="node1" presStyleIdx="0" presStyleCnt="2"/>
      <dgm:spPr/>
    </dgm:pt>
    <dgm:pt modelId="{34DBD882-0ACC-46D6-8F68-181B23505AAD}" type="pres">
      <dgm:prSet presAssocID="{E2D64779-342A-4879-8C45-834E210111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B01D65-8C73-487A-8998-447D9261C670}" type="pres">
      <dgm:prSet presAssocID="{E2D64779-342A-4879-8C45-834E210111E7}" presName="negativeSpace" presStyleCnt="0"/>
      <dgm:spPr/>
    </dgm:pt>
    <dgm:pt modelId="{2354688F-C437-4ABC-83EC-A49DE0604611}" type="pres">
      <dgm:prSet presAssocID="{E2D64779-342A-4879-8C45-834E210111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E52B946-4A08-40CC-9595-2E52D6CFEEA7}" srcId="{F641FB7B-6C0A-46E5-BD2F-7FE4CFE9FDE7}" destId="{2C2A5612-16D8-4EA9-8D4A-50CAC578711C}" srcOrd="0" destOrd="0" parTransId="{89A2B8A2-B611-4719-B7C5-057610F38CA0}" sibTransId="{85003282-D33C-4FE8-9B4A-AF014FCD5311}"/>
    <dgm:cxn modelId="{4D33DA70-262E-4EAD-914D-DEC320359A61}" type="presOf" srcId="{2C2A5612-16D8-4EA9-8D4A-50CAC578711C}" destId="{7BBFD070-3962-4EA8-A294-B85860881FE8}" srcOrd="1" destOrd="0" presId="urn:microsoft.com/office/officeart/2005/8/layout/list1"/>
    <dgm:cxn modelId="{2B6F6D79-9D7A-40CB-9CC2-CA6D006AA0CB}" srcId="{F641FB7B-6C0A-46E5-BD2F-7FE4CFE9FDE7}" destId="{E2D64779-342A-4879-8C45-834E210111E7}" srcOrd="1" destOrd="0" parTransId="{22F3462B-A86D-4E09-BF6B-D0904C45030D}" sibTransId="{589601C5-B624-4FF4-9B7F-9882B91E138A}"/>
    <dgm:cxn modelId="{8E9B018D-875D-4697-8245-57C9A87D0FBE}" type="presOf" srcId="{E2D64779-342A-4879-8C45-834E210111E7}" destId="{34DBD882-0ACC-46D6-8F68-181B23505AAD}" srcOrd="1" destOrd="0" presId="urn:microsoft.com/office/officeart/2005/8/layout/list1"/>
    <dgm:cxn modelId="{95DDDA8E-4F77-43C9-A428-79E79BC28CA2}" type="presOf" srcId="{F641FB7B-6C0A-46E5-BD2F-7FE4CFE9FDE7}" destId="{C963C9F8-F247-487C-9A2D-650ED4D7E89E}" srcOrd="0" destOrd="0" presId="urn:microsoft.com/office/officeart/2005/8/layout/list1"/>
    <dgm:cxn modelId="{64D394B3-438B-4993-BDC7-86EED0C4EA46}" type="presOf" srcId="{E2D64779-342A-4879-8C45-834E210111E7}" destId="{37CF8A82-16D6-4AB2-859B-A5E89DA3BAC8}" srcOrd="0" destOrd="0" presId="urn:microsoft.com/office/officeart/2005/8/layout/list1"/>
    <dgm:cxn modelId="{D95C7BD9-C2F7-48B3-BCFC-7D96994756D4}" type="presOf" srcId="{2C2A5612-16D8-4EA9-8D4A-50CAC578711C}" destId="{8226098A-AAAE-429F-B262-D2907B1F7A46}" srcOrd="0" destOrd="0" presId="urn:microsoft.com/office/officeart/2005/8/layout/list1"/>
    <dgm:cxn modelId="{1F87F679-E41A-4C06-A610-D678FA687B7A}" type="presParOf" srcId="{C963C9F8-F247-487C-9A2D-650ED4D7E89E}" destId="{C63229CB-D2E5-4341-BD3F-CABC8149EF54}" srcOrd="0" destOrd="0" presId="urn:microsoft.com/office/officeart/2005/8/layout/list1"/>
    <dgm:cxn modelId="{A796212D-D635-4F1A-91F9-78C142A6AFE8}" type="presParOf" srcId="{C63229CB-D2E5-4341-BD3F-CABC8149EF54}" destId="{8226098A-AAAE-429F-B262-D2907B1F7A46}" srcOrd="0" destOrd="0" presId="urn:microsoft.com/office/officeart/2005/8/layout/list1"/>
    <dgm:cxn modelId="{0607B0D9-BB2B-4F29-B4AA-0B2CC3A81D9E}" type="presParOf" srcId="{C63229CB-D2E5-4341-BD3F-CABC8149EF54}" destId="{7BBFD070-3962-4EA8-A294-B85860881FE8}" srcOrd="1" destOrd="0" presId="urn:microsoft.com/office/officeart/2005/8/layout/list1"/>
    <dgm:cxn modelId="{E1F1D950-812B-4B41-9049-8435863A405C}" type="presParOf" srcId="{C963C9F8-F247-487C-9A2D-650ED4D7E89E}" destId="{3980E4D7-9725-4F52-8F3F-885A36EBFB96}" srcOrd="1" destOrd="0" presId="urn:microsoft.com/office/officeart/2005/8/layout/list1"/>
    <dgm:cxn modelId="{26997C79-E5B4-4A07-B5DD-A60EFE069B62}" type="presParOf" srcId="{C963C9F8-F247-487C-9A2D-650ED4D7E89E}" destId="{011BD95A-0206-48A3-99A1-87D58690E63F}" srcOrd="2" destOrd="0" presId="urn:microsoft.com/office/officeart/2005/8/layout/list1"/>
    <dgm:cxn modelId="{23333147-F731-4EBA-AF35-DB304F013AD4}" type="presParOf" srcId="{C963C9F8-F247-487C-9A2D-650ED4D7E89E}" destId="{904D8717-2D5C-45A2-AA37-F4B966DEDB40}" srcOrd="3" destOrd="0" presId="urn:microsoft.com/office/officeart/2005/8/layout/list1"/>
    <dgm:cxn modelId="{88C15079-CD81-440B-BAC8-26A3EC6D6B9B}" type="presParOf" srcId="{C963C9F8-F247-487C-9A2D-650ED4D7E89E}" destId="{8AA8C9F3-01F5-4E4E-8527-C099C34769C2}" srcOrd="4" destOrd="0" presId="urn:microsoft.com/office/officeart/2005/8/layout/list1"/>
    <dgm:cxn modelId="{CECAE22F-32F6-4555-B41E-7E68CB3A6624}" type="presParOf" srcId="{8AA8C9F3-01F5-4E4E-8527-C099C34769C2}" destId="{37CF8A82-16D6-4AB2-859B-A5E89DA3BAC8}" srcOrd="0" destOrd="0" presId="urn:microsoft.com/office/officeart/2005/8/layout/list1"/>
    <dgm:cxn modelId="{AE436916-0FA0-4F32-9A20-DD2E307825A6}" type="presParOf" srcId="{8AA8C9F3-01F5-4E4E-8527-C099C34769C2}" destId="{34DBD882-0ACC-46D6-8F68-181B23505AAD}" srcOrd="1" destOrd="0" presId="urn:microsoft.com/office/officeart/2005/8/layout/list1"/>
    <dgm:cxn modelId="{A8864E84-031B-4D97-884E-DAEDD6DD2B36}" type="presParOf" srcId="{C963C9F8-F247-487C-9A2D-650ED4D7E89E}" destId="{E2B01D65-8C73-487A-8998-447D9261C670}" srcOrd="5" destOrd="0" presId="urn:microsoft.com/office/officeart/2005/8/layout/list1"/>
    <dgm:cxn modelId="{1EDF0F87-2897-42A3-A0D2-BF00979DF784}" type="presParOf" srcId="{C963C9F8-F247-487C-9A2D-650ED4D7E89E}" destId="{2354688F-C437-4ABC-83EC-A49DE06046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41FB7B-6C0A-46E5-BD2F-7FE4CFE9FDE7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2A5612-16D8-4EA9-8D4A-50CAC578711C}">
      <dgm:prSet/>
      <dgm:spPr/>
      <dgm:t>
        <a:bodyPr/>
        <a:lstStyle/>
        <a:p>
          <a:r>
            <a:rPr lang="en-US" dirty="0"/>
            <a:t>A) outside</a:t>
          </a:r>
        </a:p>
      </dgm:t>
    </dgm:pt>
    <dgm:pt modelId="{89A2B8A2-B611-4719-B7C5-057610F38CA0}" type="parTrans" cxnId="{BE52B946-4A08-40CC-9595-2E52D6CFEEA7}">
      <dgm:prSet/>
      <dgm:spPr/>
      <dgm:t>
        <a:bodyPr/>
        <a:lstStyle/>
        <a:p>
          <a:endParaRPr lang="en-US"/>
        </a:p>
      </dgm:t>
    </dgm:pt>
    <dgm:pt modelId="{85003282-D33C-4FE8-9B4A-AF014FCD5311}" type="sibTrans" cxnId="{BE52B946-4A08-40CC-9595-2E52D6CFEEA7}">
      <dgm:prSet/>
      <dgm:spPr/>
      <dgm:t>
        <a:bodyPr/>
        <a:lstStyle/>
        <a:p>
          <a:endParaRPr lang="en-US"/>
        </a:p>
      </dgm:t>
    </dgm:pt>
    <dgm:pt modelId="{E2D64779-342A-4879-8C45-834E210111E7}">
      <dgm:prSet/>
      <dgm:spPr/>
      <dgm:t>
        <a:bodyPr/>
        <a:lstStyle/>
        <a:p>
          <a:r>
            <a:rPr lang="en-US" dirty="0"/>
            <a:t>B) inside</a:t>
          </a:r>
        </a:p>
      </dgm:t>
    </dgm:pt>
    <dgm:pt modelId="{22F3462B-A86D-4E09-BF6B-D0904C45030D}" type="parTrans" cxnId="{2B6F6D79-9D7A-40CB-9CC2-CA6D006AA0CB}">
      <dgm:prSet/>
      <dgm:spPr/>
      <dgm:t>
        <a:bodyPr/>
        <a:lstStyle/>
        <a:p>
          <a:endParaRPr lang="en-US"/>
        </a:p>
      </dgm:t>
    </dgm:pt>
    <dgm:pt modelId="{589601C5-B624-4FF4-9B7F-9882B91E138A}" type="sibTrans" cxnId="{2B6F6D79-9D7A-40CB-9CC2-CA6D006AA0CB}">
      <dgm:prSet/>
      <dgm:spPr/>
      <dgm:t>
        <a:bodyPr/>
        <a:lstStyle/>
        <a:p>
          <a:endParaRPr lang="en-US"/>
        </a:p>
      </dgm:t>
    </dgm:pt>
    <dgm:pt modelId="{C963C9F8-F247-487C-9A2D-650ED4D7E89E}" type="pres">
      <dgm:prSet presAssocID="{F641FB7B-6C0A-46E5-BD2F-7FE4CFE9FDE7}" presName="linear" presStyleCnt="0">
        <dgm:presLayoutVars>
          <dgm:dir/>
          <dgm:animLvl val="lvl"/>
          <dgm:resizeHandles val="exact"/>
        </dgm:presLayoutVars>
      </dgm:prSet>
      <dgm:spPr/>
    </dgm:pt>
    <dgm:pt modelId="{C63229CB-D2E5-4341-BD3F-CABC8149EF54}" type="pres">
      <dgm:prSet presAssocID="{2C2A5612-16D8-4EA9-8D4A-50CAC578711C}" presName="parentLin" presStyleCnt="0"/>
      <dgm:spPr/>
    </dgm:pt>
    <dgm:pt modelId="{8226098A-AAAE-429F-B262-D2907B1F7A46}" type="pres">
      <dgm:prSet presAssocID="{2C2A5612-16D8-4EA9-8D4A-50CAC578711C}" presName="parentLeftMargin" presStyleLbl="node1" presStyleIdx="0" presStyleCnt="2"/>
      <dgm:spPr/>
    </dgm:pt>
    <dgm:pt modelId="{7BBFD070-3962-4EA8-A294-B85860881FE8}" type="pres">
      <dgm:prSet presAssocID="{2C2A5612-16D8-4EA9-8D4A-50CAC57871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80E4D7-9725-4F52-8F3F-885A36EBFB96}" type="pres">
      <dgm:prSet presAssocID="{2C2A5612-16D8-4EA9-8D4A-50CAC578711C}" presName="negativeSpace" presStyleCnt="0"/>
      <dgm:spPr/>
    </dgm:pt>
    <dgm:pt modelId="{011BD95A-0206-48A3-99A1-87D58690E63F}" type="pres">
      <dgm:prSet presAssocID="{2C2A5612-16D8-4EA9-8D4A-50CAC578711C}" presName="childText" presStyleLbl="conFgAcc1" presStyleIdx="0" presStyleCnt="2">
        <dgm:presLayoutVars>
          <dgm:bulletEnabled val="1"/>
        </dgm:presLayoutVars>
      </dgm:prSet>
      <dgm:spPr/>
    </dgm:pt>
    <dgm:pt modelId="{904D8717-2D5C-45A2-AA37-F4B966DEDB40}" type="pres">
      <dgm:prSet presAssocID="{85003282-D33C-4FE8-9B4A-AF014FCD5311}" presName="spaceBetweenRectangles" presStyleCnt="0"/>
      <dgm:spPr/>
    </dgm:pt>
    <dgm:pt modelId="{8AA8C9F3-01F5-4E4E-8527-C099C34769C2}" type="pres">
      <dgm:prSet presAssocID="{E2D64779-342A-4879-8C45-834E210111E7}" presName="parentLin" presStyleCnt="0"/>
      <dgm:spPr/>
    </dgm:pt>
    <dgm:pt modelId="{37CF8A82-16D6-4AB2-859B-A5E89DA3BAC8}" type="pres">
      <dgm:prSet presAssocID="{E2D64779-342A-4879-8C45-834E210111E7}" presName="parentLeftMargin" presStyleLbl="node1" presStyleIdx="0" presStyleCnt="2"/>
      <dgm:spPr/>
    </dgm:pt>
    <dgm:pt modelId="{34DBD882-0ACC-46D6-8F68-181B23505AAD}" type="pres">
      <dgm:prSet presAssocID="{E2D64779-342A-4879-8C45-834E210111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B01D65-8C73-487A-8998-447D9261C670}" type="pres">
      <dgm:prSet presAssocID="{E2D64779-342A-4879-8C45-834E210111E7}" presName="negativeSpace" presStyleCnt="0"/>
      <dgm:spPr/>
    </dgm:pt>
    <dgm:pt modelId="{2354688F-C437-4ABC-83EC-A49DE0604611}" type="pres">
      <dgm:prSet presAssocID="{E2D64779-342A-4879-8C45-834E210111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E52B946-4A08-40CC-9595-2E52D6CFEEA7}" srcId="{F641FB7B-6C0A-46E5-BD2F-7FE4CFE9FDE7}" destId="{2C2A5612-16D8-4EA9-8D4A-50CAC578711C}" srcOrd="0" destOrd="0" parTransId="{89A2B8A2-B611-4719-B7C5-057610F38CA0}" sibTransId="{85003282-D33C-4FE8-9B4A-AF014FCD5311}"/>
    <dgm:cxn modelId="{4D33DA70-262E-4EAD-914D-DEC320359A61}" type="presOf" srcId="{2C2A5612-16D8-4EA9-8D4A-50CAC578711C}" destId="{7BBFD070-3962-4EA8-A294-B85860881FE8}" srcOrd="1" destOrd="0" presId="urn:microsoft.com/office/officeart/2005/8/layout/list1"/>
    <dgm:cxn modelId="{2B6F6D79-9D7A-40CB-9CC2-CA6D006AA0CB}" srcId="{F641FB7B-6C0A-46E5-BD2F-7FE4CFE9FDE7}" destId="{E2D64779-342A-4879-8C45-834E210111E7}" srcOrd="1" destOrd="0" parTransId="{22F3462B-A86D-4E09-BF6B-D0904C45030D}" sibTransId="{589601C5-B624-4FF4-9B7F-9882B91E138A}"/>
    <dgm:cxn modelId="{8E9B018D-875D-4697-8245-57C9A87D0FBE}" type="presOf" srcId="{E2D64779-342A-4879-8C45-834E210111E7}" destId="{34DBD882-0ACC-46D6-8F68-181B23505AAD}" srcOrd="1" destOrd="0" presId="urn:microsoft.com/office/officeart/2005/8/layout/list1"/>
    <dgm:cxn modelId="{95DDDA8E-4F77-43C9-A428-79E79BC28CA2}" type="presOf" srcId="{F641FB7B-6C0A-46E5-BD2F-7FE4CFE9FDE7}" destId="{C963C9F8-F247-487C-9A2D-650ED4D7E89E}" srcOrd="0" destOrd="0" presId="urn:microsoft.com/office/officeart/2005/8/layout/list1"/>
    <dgm:cxn modelId="{64D394B3-438B-4993-BDC7-86EED0C4EA46}" type="presOf" srcId="{E2D64779-342A-4879-8C45-834E210111E7}" destId="{37CF8A82-16D6-4AB2-859B-A5E89DA3BAC8}" srcOrd="0" destOrd="0" presId="urn:microsoft.com/office/officeart/2005/8/layout/list1"/>
    <dgm:cxn modelId="{D95C7BD9-C2F7-48B3-BCFC-7D96994756D4}" type="presOf" srcId="{2C2A5612-16D8-4EA9-8D4A-50CAC578711C}" destId="{8226098A-AAAE-429F-B262-D2907B1F7A46}" srcOrd="0" destOrd="0" presId="urn:microsoft.com/office/officeart/2005/8/layout/list1"/>
    <dgm:cxn modelId="{1F87F679-E41A-4C06-A610-D678FA687B7A}" type="presParOf" srcId="{C963C9F8-F247-487C-9A2D-650ED4D7E89E}" destId="{C63229CB-D2E5-4341-BD3F-CABC8149EF54}" srcOrd="0" destOrd="0" presId="urn:microsoft.com/office/officeart/2005/8/layout/list1"/>
    <dgm:cxn modelId="{A796212D-D635-4F1A-91F9-78C142A6AFE8}" type="presParOf" srcId="{C63229CB-D2E5-4341-BD3F-CABC8149EF54}" destId="{8226098A-AAAE-429F-B262-D2907B1F7A46}" srcOrd="0" destOrd="0" presId="urn:microsoft.com/office/officeart/2005/8/layout/list1"/>
    <dgm:cxn modelId="{0607B0D9-BB2B-4F29-B4AA-0B2CC3A81D9E}" type="presParOf" srcId="{C63229CB-D2E5-4341-BD3F-CABC8149EF54}" destId="{7BBFD070-3962-4EA8-A294-B85860881FE8}" srcOrd="1" destOrd="0" presId="urn:microsoft.com/office/officeart/2005/8/layout/list1"/>
    <dgm:cxn modelId="{E1F1D950-812B-4B41-9049-8435863A405C}" type="presParOf" srcId="{C963C9F8-F247-487C-9A2D-650ED4D7E89E}" destId="{3980E4D7-9725-4F52-8F3F-885A36EBFB96}" srcOrd="1" destOrd="0" presId="urn:microsoft.com/office/officeart/2005/8/layout/list1"/>
    <dgm:cxn modelId="{26997C79-E5B4-4A07-B5DD-A60EFE069B62}" type="presParOf" srcId="{C963C9F8-F247-487C-9A2D-650ED4D7E89E}" destId="{011BD95A-0206-48A3-99A1-87D58690E63F}" srcOrd="2" destOrd="0" presId="urn:microsoft.com/office/officeart/2005/8/layout/list1"/>
    <dgm:cxn modelId="{23333147-F731-4EBA-AF35-DB304F013AD4}" type="presParOf" srcId="{C963C9F8-F247-487C-9A2D-650ED4D7E89E}" destId="{904D8717-2D5C-45A2-AA37-F4B966DEDB40}" srcOrd="3" destOrd="0" presId="urn:microsoft.com/office/officeart/2005/8/layout/list1"/>
    <dgm:cxn modelId="{88C15079-CD81-440B-BAC8-26A3EC6D6B9B}" type="presParOf" srcId="{C963C9F8-F247-487C-9A2D-650ED4D7E89E}" destId="{8AA8C9F3-01F5-4E4E-8527-C099C34769C2}" srcOrd="4" destOrd="0" presId="urn:microsoft.com/office/officeart/2005/8/layout/list1"/>
    <dgm:cxn modelId="{CECAE22F-32F6-4555-B41E-7E68CB3A6624}" type="presParOf" srcId="{8AA8C9F3-01F5-4E4E-8527-C099C34769C2}" destId="{37CF8A82-16D6-4AB2-859B-A5E89DA3BAC8}" srcOrd="0" destOrd="0" presId="urn:microsoft.com/office/officeart/2005/8/layout/list1"/>
    <dgm:cxn modelId="{AE436916-0FA0-4F32-9A20-DD2E307825A6}" type="presParOf" srcId="{8AA8C9F3-01F5-4E4E-8527-C099C34769C2}" destId="{34DBD882-0ACC-46D6-8F68-181B23505AAD}" srcOrd="1" destOrd="0" presId="urn:microsoft.com/office/officeart/2005/8/layout/list1"/>
    <dgm:cxn modelId="{A8864E84-031B-4D97-884E-DAEDD6DD2B36}" type="presParOf" srcId="{C963C9F8-F247-487C-9A2D-650ED4D7E89E}" destId="{E2B01D65-8C73-487A-8998-447D9261C670}" srcOrd="5" destOrd="0" presId="urn:microsoft.com/office/officeart/2005/8/layout/list1"/>
    <dgm:cxn modelId="{1EDF0F87-2897-42A3-A0D2-BF00979DF784}" type="presParOf" srcId="{C963C9F8-F247-487C-9A2D-650ED4D7E89E}" destId="{2354688F-C437-4ABC-83EC-A49DE06046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41FB7B-6C0A-46E5-BD2F-7FE4CFE9FDE7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2A5612-16D8-4EA9-8D4A-50CAC578711C}">
      <dgm:prSet/>
      <dgm:spPr/>
      <dgm:t>
        <a:bodyPr/>
        <a:lstStyle/>
        <a:p>
          <a:r>
            <a:rPr lang="en-US" dirty="0"/>
            <a:t>A) NO</a:t>
          </a:r>
        </a:p>
      </dgm:t>
    </dgm:pt>
    <dgm:pt modelId="{89A2B8A2-B611-4719-B7C5-057610F38CA0}" type="parTrans" cxnId="{BE52B946-4A08-40CC-9595-2E52D6CFEEA7}">
      <dgm:prSet/>
      <dgm:spPr/>
      <dgm:t>
        <a:bodyPr/>
        <a:lstStyle/>
        <a:p>
          <a:endParaRPr lang="en-US"/>
        </a:p>
      </dgm:t>
    </dgm:pt>
    <dgm:pt modelId="{85003282-D33C-4FE8-9B4A-AF014FCD5311}" type="sibTrans" cxnId="{BE52B946-4A08-40CC-9595-2E52D6CFEEA7}">
      <dgm:prSet/>
      <dgm:spPr/>
      <dgm:t>
        <a:bodyPr/>
        <a:lstStyle/>
        <a:p>
          <a:endParaRPr lang="en-US"/>
        </a:p>
      </dgm:t>
    </dgm:pt>
    <dgm:pt modelId="{E2D64779-342A-4879-8C45-834E210111E7}">
      <dgm:prSet/>
      <dgm:spPr/>
      <dgm:t>
        <a:bodyPr/>
        <a:lstStyle/>
        <a:p>
          <a:r>
            <a:rPr lang="en-US" dirty="0"/>
            <a:t>B) YES</a:t>
          </a:r>
        </a:p>
      </dgm:t>
    </dgm:pt>
    <dgm:pt modelId="{22F3462B-A86D-4E09-BF6B-D0904C45030D}" type="parTrans" cxnId="{2B6F6D79-9D7A-40CB-9CC2-CA6D006AA0CB}">
      <dgm:prSet/>
      <dgm:spPr/>
      <dgm:t>
        <a:bodyPr/>
        <a:lstStyle/>
        <a:p>
          <a:endParaRPr lang="en-US"/>
        </a:p>
      </dgm:t>
    </dgm:pt>
    <dgm:pt modelId="{589601C5-B624-4FF4-9B7F-9882B91E138A}" type="sibTrans" cxnId="{2B6F6D79-9D7A-40CB-9CC2-CA6D006AA0CB}">
      <dgm:prSet/>
      <dgm:spPr/>
      <dgm:t>
        <a:bodyPr/>
        <a:lstStyle/>
        <a:p>
          <a:endParaRPr lang="en-US"/>
        </a:p>
      </dgm:t>
    </dgm:pt>
    <dgm:pt modelId="{C963C9F8-F247-487C-9A2D-650ED4D7E89E}" type="pres">
      <dgm:prSet presAssocID="{F641FB7B-6C0A-46E5-BD2F-7FE4CFE9FDE7}" presName="linear" presStyleCnt="0">
        <dgm:presLayoutVars>
          <dgm:dir/>
          <dgm:animLvl val="lvl"/>
          <dgm:resizeHandles val="exact"/>
        </dgm:presLayoutVars>
      </dgm:prSet>
      <dgm:spPr/>
    </dgm:pt>
    <dgm:pt modelId="{C63229CB-D2E5-4341-BD3F-CABC8149EF54}" type="pres">
      <dgm:prSet presAssocID="{2C2A5612-16D8-4EA9-8D4A-50CAC578711C}" presName="parentLin" presStyleCnt="0"/>
      <dgm:spPr/>
    </dgm:pt>
    <dgm:pt modelId="{8226098A-AAAE-429F-B262-D2907B1F7A46}" type="pres">
      <dgm:prSet presAssocID="{2C2A5612-16D8-4EA9-8D4A-50CAC578711C}" presName="parentLeftMargin" presStyleLbl="node1" presStyleIdx="0" presStyleCnt="2"/>
      <dgm:spPr/>
    </dgm:pt>
    <dgm:pt modelId="{7BBFD070-3962-4EA8-A294-B85860881FE8}" type="pres">
      <dgm:prSet presAssocID="{2C2A5612-16D8-4EA9-8D4A-50CAC57871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80E4D7-9725-4F52-8F3F-885A36EBFB96}" type="pres">
      <dgm:prSet presAssocID="{2C2A5612-16D8-4EA9-8D4A-50CAC578711C}" presName="negativeSpace" presStyleCnt="0"/>
      <dgm:spPr/>
    </dgm:pt>
    <dgm:pt modelId="{011BD95A-0206-48A3-99A1-87D58690E63F}" type="pres">
      <dgm:prSet presAssocID="{2C2A5612-16D8-4EA9-8D4A-50CAC578711C}" presName="childText" presStyleLbl="conFgAcc1" presStyleIdx="0" presStyleCnt="2">
        <dgm:presLayoutVars>
          <dgm:bulletEnabled val="1"/>
        </dgm:presLayoutVars>
      </dgm:prSet>
      <dgm:spPr/>
    </dgm:pt>
    <dgm:pt modelId="{904D8717-2D5C-45A2-AA37-F4B966DEDB40}" type="pres">
      <dgm:prSet presAssocID="{85003282-D33C-4FE8-9B4A-AF014FCD5311}" presName="spaceBetweenRectangles" presStyleCnt="0"/>
      <dgm:spPr/>
    </dgm:pt>
    <dgm:pt modelId="{8AA8C9F3-01F5-4E4E-8527-C099C34769C2}" type="pres">
      <dgm:prSet presAssocID="{E2D64779-342A-4879-8C45-834E210111E7}" presName="parentLin" presStyleCnt="0"/>
      <dgm:spPr/>
    </dgm:pt>
    <dgm:pt modelId="{37CF8A82-16D6-4AB2-859B-A5E89DA3BAC8}" type="pres">
      <dgm:prSet presAssocID="{E2D64779-342A-4879-8C45-834E210111E7}" presName="parentLeftMargin" presStyleLbl="node1" presStyleIdx="0" presStyleCnt="2"/>
      <dgm:spPr/>
    </dgm:pt>
    <dgm:pt modelId="{34DBD882-0ACC-46D6-8F68-181B23505AAD}" type="pres">
      <dgm:prSet presAssocID="{E2D64779-342A-4879-8C45-834E210111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B01D65-8C73-487A-8998-447D9261C670}" type="pres">
      <dgm:prSet presAssocID="{E2D64779-342A-4879-8C45-834E210111E7}" presName="negativeSpace" presStyleCnt="0"/>
      <dgm:spPr/>
    </dgm:pt>
    <dgm:pt modelId="{2354688F-C437-4ABC-83EC-A49DE0604611}" type="pres">
      <dgm:prSet presAssocID="{E2D64779-342A-4879-8C45-834E210111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E52B946-4A08-40CC-9595-2E52D6CFEEA7}" srcId="{F641FB7B-6C0A-46E5-BD2F-7FE4CFE9FDE7}" destId="{2C2A5612-16D8-4EA9-8D4A-50CAC578711C}" srcOrd="0" destOrd="0" parTransId="{89A2B8A2-B611-4719-B7C5-057610F38CA0}" sibTransId="{85003282-D33C-4FE8-9B4A-AF014FCD5311}"/>
    <dgm:cxn modelId="{4D33DA70-262E-4EAD-914D-DEC320359A61}" type="presOf" srcId="{2C2A5612-16D8-4EA9-8D4A-50CAC578711C}" destId="{7BBFD070-3962-4EA8-A294-B85860881FE8}" srcOrd="1" destOrd="0" presId="urn:microsoft.com/office/officeart/2005/8/layout/list1"/>
    <dgm:cxn modelId="{2B6F6D79-9D7A-40CB-9CC2-CA6D006AA0CB}" srcId="{F641FB7B-6C0A-46E5-BD2F-7FE4CFE9FDE7}" destId="{E2D64779-342A-4879-8C45-834E210111E7}" srcOrd="1" destOrd="0" parTransId="{22F3462B-A86D-4E09-BF6B-D0904C45030D}" sibTransId="{589601C5-B624-4FF4-9B7F-9882B91E138A}"/>
    <dgm:cxn modelId="{8E9B018D-875D-4697-8245-57C9A87D0FBE}" type="presOf" srcId="{E2D64779-342A-4879-8C45-834E210111E7}" destId="{34DBD882-0ACC-46D6-8F68-181B23505AAD}" srcOrd="1" destOrd="0" presId="urn:microsoft.com/office/officeart/2005/8/layout/list1"/>
    <dgm:cxn modelId="{95DDDA8E-4F77-43C9-A428-79E79BC28CA2}" type="presOf" srcId="{F641FB7B-6C0A-46E5-BD2F-7FE4CFE9FDE7}" destId="{C963C9F8-F247-487C-9A2D-650ED4D7E89E}" srcOrd="0" destOrd="0" presId="urn:microsoft.com/office/officeart/2005/8/layout/list1"/>
    <dgm:cxn modelId="{64D394B3-438B-4993-BDC7-86EED0C4EA46}" type="presOf" srcId="{E2D64779-342A-4879-8C45-834E210111E7}" destId="{37CF8A82-16D6-4AB2-859B-A5E89DA3BAC8}" srcOrd="0" destOrd="0" presId="urn:microsoft.com/office/officeart/2005/8/layout/list1"/>
    <dgm:cxn modelId="{D95C7BD9-C2F7-48B3-BCFC-7D96994756D4}" type="presOf" srcId="{2C2A5612-16D8-4EA9-8D4A-50CAC578711C}" destId="{8226098A-AAAE-429F-B262-D2907B1F7A46}" srcOrd="0" destOrd="0" presId="urn:microsoft.com/office/officeart/2005/8/layout/list1"/>
    <dgm:cxn modelId="{1F87F679-E41A-4C06-A610-D678FA687B7A}" type="presParOf" srcId="{C963C9F8-F247-487C-9A2D-650ED4D7E89E}" destId="{C63229CB-D2E5-4341-BD3F-CABC8149EF54}" srcOrd="0" destOrd="0" presId="urn:microsoft.com/office/officeart/2005/8/layout/list1"/>
    <dgm:cxn modelId="{A796212D-D635-4F1A-91F9-78C142A6AFE8}" type="presParOf" srcId="{C63229CB-D2E5-4341-BD3F-CABC8149EF54}" destId="{8226098A-AAAE-429F-B262-D2907B1F7A46}" srcOrd="0" destOrd="0" presId="urn:microsoft.com/office/officeart/2005/8/layout/list1"/>
    <dgm:cxn modelId="{0607B0D9-BB2B-4F29-B4AA-0B2CC3A81D9E}" type="presParOf" srcId="{C63229CB-D2E5-4341-BD3F-CABC8149EF54}" destId="{7BBFD070-3962-4EA8-A294-B85860881FE8}" srcOrd="1" destOrd="0" presId="urn:microsoft.com/office/officeart/2005/8/layout/list1"/>
    <dgm:cxn modelId="{E1F1D950-812B-4B41-9049-8435863A405C}" type="presParOf" srcId="{C963C9F8-F247-487C-9A2D-650ED4D7E89E}" destId="{3980E4D7-9725-4F52-8F3F-885A36EBFB96}" srcOrd="1" destOrd="0" presId="urn:microsoft.com/office/officeart/2005/8/layout/list1"/>
    <dgm:cxn modelId="{26997C79-E5B4-4A07-B5DD-A60EFE069B62}" type="presParOf" srcId="{C963C9F8-F247-487C-9A2D-650ED4D7E89E}" destId="{011BD95A-0206-48A3-99A1-87D58690E63F}" srcOrd="2" destOrd="0" presId="urn:microsoft.com/office/officeart/2005/8/layout/list1"/>
    <dgm:cxn modelId="{23333147-F731-4EBA-AF35-DB304F013AD4}" type="presParOf" srcId="{C963C9F8-F247-487C-9A2D-650ED4D7E89E}" destId="{904D8717-2D5C-45A2-AA37-F4B966DEDB40}" srcOrd="3" destOrd="0" presId="urn:microsoft.com/office/officeart/2005/8/layout/list1"/>
    <dgm:cxn modelId="{88C15079-CD81-440B-BAC8-26A3EC6D6B9B}" type="presParOf" srcId="{C963C9F8-F247-487C-9A2D-650ED4D7E89E}" destId="{8AA8C9F3-01F5-4E4E-8527-C099C34769C2}" srcOrd="4" destOrd="0" presId="urn:microsoft.com/office/officeart/2005/8/layout/list1"/>
    <dgm:cxn modelId="{CECAE22F-32F6-4555-B41E-7E68CB3A6624}" type="presParOf" srcId="{8AA8C9F3-01F5-4E4E-8527-C099C34769C2}" destId="{37CF8A82-16D6-4AB2-859B-A5E89DA3BAC8}" srcOrd="0" destOrd="0" presId="urn:microsoft.com/office/officeart/2005/8/layout/list1"/>
    <dgm:cxn modelId="{AE436916-0FA0-4F32-9A20-DD2E307825A6}" type="presParOf" srcId="{8AA8C9F3-01F5-4E4E-8527-C099C34769C2}" destId="{34DBD882-0ACC-46D6-8F68-181B23505AAD}" srcOrd="1" destOrd="0" presId="urn:microsoft.com/office/officeart/2005/8/layout/list1"/>
    <dgm:cxn modelId="{A8864E84-031B-4D97-884E-DAEDD6DD2B36}" type="presParOf" srcId="{C963C9F8-F247-487C-9A2D-650ED4D7E89E}" destId="{E2B01D65-8C73-487A-8998-447D9261C670}" srcOrd="5" destOrd="0" presId="urn:microsoft.com/office/officeart/2005/8/layout/list1"/>
    <dgm:cxn modelId="{1EDF0F87-2897-42A3-A0D2-BF00979DF784}" type="presParOf" srcId="{C963C9F8-F247-487C-9A2D-650ED4D7E89E}" destId="{2354688F-C437-4ABC-83EC-A49DE060461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BD95A-0206-48A3-99A1-87D58690E63F}">
      <dsp:nvSpPr>
        <dsp:cNvPr id="0" name=""/>
        <dsp:cNvSpPr/>
      </dsp:nvSpPr>
      <dsp:spPr>
        <a:xfrm>
          <a:off x="0" y="1816520"/>
          <a:ext cx="666683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D070-3962-4EA8-A294-B85860881FE8}">
      <dsp:nvSpPr>
        <dsp:cNvPr id="0" name=""/>
        <dsp:cNvSpPr/>
      </dsp:nvSpPr>
      <dsp:spPr>
        <a:xfrm>
          <a:off x="333341" y="1550839"/>
          <a:ext cx="4666783" cy="531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A) Have a seat quietly in attendance spot</a:t>
          </a:r>
        </a:p>
      </dsp:txBody>
      <dsp:txXfrm>
        <a:off x="359280" y="1576778"/>
        <a:ext cx="4614905" cy="479482"/>
      </dsp:txXfrm>
    </dsp:sp>
    <dsp:sp modelId="{2354688F-C437-4ABC-83EC-A49DE0604611}">
      <dsp:nvSpPr>
        <dsp:cNvPr id="0" name=""/>
        <dsp:cNvSpPr/>
      </dsp:nvSpPr>
      <dsp:spPr>
        <a:xfrm>
          <a:off x="0" y="2633000"/>
          <a:ext cx="666683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BD882-0ACC-46D6-8F68-181B23505AAD}">
      <dsp:nvSpPr>
        <dsp:cNvPr id="0" name=""/>
        <dsp:cNvSpPr/>
      </dsp:nvSpPr>
      <dsp:spPr>
        <a:xfrm>
          <a:off x="333341" y="2367320"/>
          <a:ext cx="4666783" cy="53136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B) Run around gym</a:t>
          </a:r>
        </a:p>
      </dsp:txBody>
      <dsp:txXfrm>
        <a:off x="359280" y="2393259"/>
        <a:ext cx="4614905" cy="479482"/>
      </dsp:txXfrm>
    </dsp:sp>
    <dsp:sp modelId="{D3C1F36E-F23B-4BA4-ADC8-8C4E8C3C9776}">
      <dsp:nvSpPr>
        <dsp:cNvPr id="0" name=""/>
        <dsp:cNvSpPr/>
      </dsp:nvSpPr>
      <dsp:spPr>
        <a:xfrm>
          <a:off x="0" y="3449480"/>
          <a:ext cx="6666833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60CFA-5434-4C58-B196-128520D74A39}">
      <dsp:nvSpPr>
        <dsp:cNvPr id="0" name=""/>
        <dsp:cNvSpPr/>
      </dsp:nvSpPr>
      <dsp:spPr>
        <a:xfrm>
          <a:off x="333341" y="3183800"/>
          <a:ext cx="4666783" cy="5313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C) Be in another classroom attendance area</a:t>
          </a:r>
        </a:p>
      </dsp:txBody>
      <dsp:txXfrm>
        <a:off x="359280" y="3209739"/>
        <a:ext cx="4614905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BD95A-0206-48A3-99A1-87D58690E63F}">
      <dsp:nvSpPr>
        <dsp:cNvPr id="0" name=""/>
        <dsp:cNvSpPr/>
      </dsp:nvSpPr>
      <dsp:spPr>
        <a:xfrm>
          <a:off x="0" y="2120000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D070-3962-4EA8-A294-B85860881FE8}">
      <dsp:nvSpPr>
        <dsp:cNvPr id="0" name=""/>
        <dsp:cNvSpPr/>
      </dsp:nvSpPr>
      <dsp:spPr>
        <a:xfrm>
          <a:off x="333341" y="1942880"/>
          <a:ext cx="4666783" cy="3542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A) Have a seat quietly in attendance spot unless instructed otherwise</a:t>
          </a:r>
        </a:p>
      </dsp:txBody>
      <dsp:txXfrm>
        <a:off x="350634" y="1960173"/>
        <a:ext cx="4632197" cy="319654"/>
      </dsp:txXfrm>
    </dsp:sp>
    <dsp:sp modelId="{2354688F-C437-4ABC-83EC-A49DE0604611}">
      <dsp:nvSpPr>
        <dsp:cNvPr id="0" name=""/>
        <dsp:cNvSpPr/>
      </dsp:nvSpPr>
      <dsp:spPr>
        <a:xfrm>
          <a:off x="0" y="2664320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BD882-0ACC-46D6-8F68-181B23505AAD}">
      <dsp:nvSpPr>
        <dsp:cNvPr id="0" name=""/>
        <dsp:cNvSpPr/>
      </dsp:nvSpPr>
      <dsp:spPr>
        <a:xfrm>
          <a:off x="333341" y="2487200"/>
          <a:ext cx="4666783" cy="35424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B) Run around gym</a:t>
          </a:r>
        </a:p>
      </dsp:txBody>
      <dsp:txXfrm>
        <a:off x="350634" y="2504493"/>
        <a:ext cx="4632197" cy="319654"/>
      </dsp:txXfrm>
    </dsp:sp>
    <dsp:sp modelId="{D3C1F36E-F23B-4BA4-ADC8-8C4E8C3C9776}">
      <dsp:nvSpPr>
        <dsp:cNvPr id="0" name=""/>
        <dsp:cNvSpPr/>
      </dsp:nvSpPr>
      <dsp:spPr>
        <a:xfrm>
          <a:off x="0" y="3208639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60CFA-5434-4C58-B196-128520D74A39}">
      <dsp:nvSpPr>
        <dsp:cNvPr id="0" name=""/>
        <dsp:cNvSpPr/>
      </dsp:nvSpPr>
      <dsp:spPr>
        <a:xfrm>
          <a:off x="333341" y="3031519"/>
          <a:ext cx="4666783" cy="3542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C) Be in another classroom attendance area</a:t>
          </a:r>
        </a:p>
      </dsp:txBody>
      <dsp:txXfrm>
        <a:off x="350634" y="3048812"/>
        <a:ext cx="4632197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BD95A-0206-48A3-99A1-87D58690E63F}">
      <dsp:nvSpPr>
        <dsp:cNvPr id="0" name=""/>
        <dsp:cNvSpPr/>
      </dsp:nvSpPr>
      <dsp:spPr>
        <a:xfrm>
          <a:off x="0" y="969259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D070-3962-4EA8-A294-B85860881FE8}">
      <dsp:nvSpPr>
        <dsp:cNvPr id="0" name=""/>
        <dsp:cNvSpPr/>
      </dsp:nvSpPr>
      <dsp:spPr>
        <a:xfrm>
          <a:off x="333341" y="3937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A) NO</a:t>
          </a:r>
        </a:p>
      </dsp:txBody>
      <dsp:txXfrm>
        <a:off x="424127" y="130165"/>
        <a:ext cx="4485211" cy="1678188"/>
      </dsp:txXfrm>
    </dsp:sp>
    <dsp:sp modelId="{2354688F-C437-4ABC-83EC-A49DE0604611}">
      <dsp:nvSpPr>
        <dsp:cNvPr id="0" name=""/>
        <dsp:cNvSpPr/>
      </dsp:nvSpPr>
      <dsp:spPr>
        <a:xfrm>
          <a:off x="0" y="3826940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BD882-0ACC-46D6-8F68-181B23505AAD}">
      <dsp:nvSpPr>
        <dsp:cNvPr id="0" name=""/>
        <dsp:cNvSpPr/>
      </dsp:nvSpPr>
      <dsp:spPr>
        <a:xfrm>
          <a:off x="333341" y="289705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B) YES</a:t>
          </a:r>
        </a:p>
      </dsp:txBody>
      <dsp:txXfrm>
        <a:off x="424127" y="2987845"/>
        <a:ext cx="4485211" cy="16781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BD95A-0206-48A3-99A1-87D58690E63F}">
      <dsp:nvSpPr>
        <dsp:cNvPr id="0" name=""/>
        <dsp:cNvSpPr/>
      </dsp:nvSpPr>
      <dsp:spPr>
        <a:xfrm>
          <a:off x="0" y="969259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D070-3962-4EA8-A294-B85860881FE8}">
      <dsp:nvSpPr>
        <dsp:cNvPr id="0" name=""/>
        <dsp:cNvSpPr/>
      </dsp:nvSpPr>
      <dsp:spPr>
        <a:xfrm>
          <a:off x="333341" y="3937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A) outside</a:t>
          </a:r>
        </a:p>
      </dsp:txBody>
      <dsp:txXfrm>
        <a:off x="424127" y="130165"/>
        <a:ext cx="4485211" cy="1678188"/>
      </dsp:txXfrm>
    </dsp:sp>
    <dsp:sp modelId="{2354688F-C437-4ABC-83EC-A49DE0604611}">
      <dsp:nvSpPr>
        <dsp:cNvPr id="0" name=""/>
        <dsp:cNvSpPr/>
      </dsp:nvSpPr>
      <dsp:spPr>
        <a:xfrm>
          <a:off x="0" y="3826940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BD882-0ACC-46D6-8F68-181B23505AAD}">
      <dsp:nvSpPr>
        <dsp:cNvPr id="0" name=""/>
        <dsp:cNvSpPr/>
      </dsp:nvSpPr>
      <dsp:spPr>
        <a:xfrm>
          <a:off x="333341" y="289705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B) inside</a:t>
          </a:r>
        </a:p>
      </dsp:txBody>
      <dsp:txXfrm>
        <a:off x="424127" y="2987845"/>
        <a:ext cx="4485211" cy="16781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BD95A-0206-48A3-99A1-87D58690E63F}">
      <dsp:nvSpPr>
        <dsp:cNvPr id="0" name=""/>
        <dsp:cNvSpPr/>
      </dsp:nvSpPr>
      <dsp:spPr>
        <a:xfrm>
          <a:off x="0" y="969259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D070-3962-4EA8-A294-B85860881FE8}">
      <dsp:nvSpPr>
        <dsp:cNvPr id="0" name=""/>
        <dsp:cNvSpPr/>
      </dsp:nvSpPr>
      <dsp:spPr>
        <a:xfrm>
          <a:off x="333341" y="3937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A) NO</a:t>
          </a:r>
        </a:p>
      </dsp:txBody>
      <dsp:txXfrm>
        <a:off x="424127" y="130165"/>
        <a:ext cx="4485211" cy="1678188"/>
      </dsp:txXfrm>
    </dsp:sp>
    <dsp:sp modelId="{2354688F-C437-4ABC-83EC-A49DE0604611}">
      <dsp:nvSpPr>
        <dsp:cNvPr id="0" name=""/>
        <dsp:cNvSpPr/>
      </dsp:nvSpPr>
      <dsp:spPr>
        <a:xfrm>
          <a:off x="0" y="3826940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BD882-0ACC-46D6-8F68-181B23505AAD}">
      <dsp:nvSpPr>
        <dsp:cNvPr id="0" name=""/>
        <dsp:cNvSpPr/>
      </dsp:nvSpPr>
      <dsp:spPr>
        <a:xfrm>
          <a:off x="333341" y="2897059"/>
          <a:ext cx="4666783" cy="18597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B) YES</a:t>
          </a:r>
        </a:p>
      </dsp:txBody>
      <dsp:txXfrm>
        <a:off x="424127" y="2987845"/>
        <a:ext cx="4485211" cy="1678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F5CB-7CCD-B207-6DBB-587EAE1A6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56D57-35BB-91CC-51B8-29CC24C98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147C-4EA9-F9F3-7DCD-6577EE45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294BE-5846-B10D-9DAE-8C4BE7ED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85E0-15BB-DB21-E7DE-A98E9F12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5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7B09-8229-AA2E-D3BD-CC2B24EC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59F6-E092-8F44-3BC9-C49A6E1D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9BEC-6079-7B00-1AAA-93693215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9DFA-3102-AEEF-0D84-AA0A60BB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7E0A7-939F-061E-412F-A3FC9D15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5C2D-DA67-4C4F-C7FD-3647F882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345E9-AD20-EB45-3611-C72CA3168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1001-41CF-BA7E-B5D2-7C715BF8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53973-DF2C-8E48-68FD-0B4A6F05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FB7-E6DC-088A-CE4F-8359E03C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B16-77B8-B84C-846B-9B75D824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9083-2A56-21C0-94F4-FAF5492EE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C2490-B1E9-9350-AF8B-B2662ED6C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24AA8-9AD9-97DA-A697-A75EC624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B9A45-4B9D-7C39-6D22-F98819DF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14570-8BFC-61A2-2D27-C242AF8B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7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2235-CD1E-9FBC-ECB6-9E7006FB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C3331-497B-628B-5632-5B066F2C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6F003-8F73-7723-7558-B927C67E0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38417-97FA-4A47-E942-7CCB295B2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BB744-8073-6180-ADAE-02A7437A0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91721-A923-C2B6-92CB-74B1C250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6B2F9-F15B-9406-AE42-BD0D8797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90513-DE62-1279-891D-6BAAC9D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6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64F3-00CC-22A6-5D23-E0A775AA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AC37E-1B50-FC0A-DE2F-60278C30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2F93A-A4AC-C29F-967F-9A01CB5D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D3C25-E9D5-38A8-2B87-4973E813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5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1DFA1-9D3F-26CD-EA0C-7C2599DE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C447-B4AB-93E0-7E69-A87D7270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28B3C-F683-7F00-3FED-5CD67E4A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EA25-A232-E31B-9131-5D83AC4DF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8637-3F73-4233-644D-5E4F81487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1CF22-62B6-5D47-38D6-FA8FABF63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C5772-F9CE-5DFE-A5A1-8FBEE125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84E92-4C23-613C-692E-E15F538C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BD295-9835-8A52-2898-3E9C9756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5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B88D-B0C5-EDFA-8490-689926D8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E1FAC-A444-E774-4EE4-D0347AE2C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F198D-36EC-C3B1-ADCE-DAB6C6290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E7BEB-F17E-A866-8CB2-8DAD0EF8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FE31-EF74-BB5C-C2AE-6CD81D8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A88E1-9B85-BCD3-B2DB-A1748D09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9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3026-4527-D8EF-7EEB-7595E4CE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DD18D-18AC-133B-E193-66B6A2BF4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334B-5008-4E6D-5A4C-88D0E166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0554D-330F-3992-21EC-A7625968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9D6C-DB54-EC50-FC79-A9778266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0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D011C-A597-B1A7-CDF8-B3CFA4162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D5E4E-DBFF-A763-978F-1E8A8DCC8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B585E-6DA1-590D-3B84-93252426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15A7D-D078-42F2-D2DD-9DB07EF8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E8180-1AC4-2E29-B7D5-2F313A59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6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1A8E9-3E72-036D-B39B-019FF0D7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21D38-CBEC-3059-2AF8-69BCD6975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ABB99-A8C1-C554-2F74-1207254A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3FDD-996E-46A1-A13E-77810C19E98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BA079-6A98-C406-6BE1-07B9AB661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5FF6F-D6B8-BD30-B05E-2957FFC9D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F125E-742E-4DE3-9609-99C123541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1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A3C37-346F-F799-9C35-4976EEF71C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8" b="-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9CDCC-851E-06E9-BC81-F9A08C4E5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Classroom Expectation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DE72-EA6C-E9BA-BF3D-3BEB8DA76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Coach Hunt</a:t>
            </a:r>
          </a:p>
        </p:txBody>
      </p:sp>
    </p:spTree>
    <p:extLst>
      <p:ext uri="{BB962C8B-B14F-4D97-AF65-F5344CB8AC3E}">
        <p14:creationId xmlns:p14="http://schemas.microsoft.com/office/powerpoint/2010/main" val="97548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ADBB7-D8F8-E7FF-E69F-66B90B4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What is the first thing you do when you enter the gym?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73B3-AF62-91CB-683A-25E895E00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86566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542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ADBB7-D8F8-E7FF-E69F-66B90B4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After leaving the locker room what should you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73B3-AF62-91CB-683A-25E895E00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28347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895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ADBB7-D8F8-E7FF-E69F-66B90B4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Should you be talking while ANY of the coaches are talking or being disruptive during a presentation?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73B3-AF62-91CB-683A-25E895E00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9460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3902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ADBB7-D8F8-E7FF-E69F-66B90B4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Should you be inside or outside the black lines during the 20-minute walk?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73B3-AF62-91CB-683A-25E895E00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149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6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ADBB7-D8F8-E7FF-E69F-66B90B4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Should you be outside the gym without permission?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73B3-AF62-91CB-683A-25E895E000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668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1BC779-F2DB-43AB-8960-700744CBEF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FD745C-D9C0-4187-8F07-C2DD65C81394}">
  <ds:schemaRefs>
    <ds:schemaRef ds:uri="http://schemas.microsoft.com/office/2006/documentManagement/types"/>
    <ds:schemaRef ds:uri="http://purl.org/dc/terms/"/>
    <ds:schemaRef ds:uri="c412834d-558c-4c65-b217-eae0caaedaf9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a4657121-eab7-457a-b950-481e5c737d8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6D9EEF-9444-46A2-9CA6-6D6641D884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134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Classroom Expectation Quiz</vt:lpstr>
      <vt:lpstr>What is the first thing you do when you enter the gym?</vt:lpstr>
      <vt:lpstr>After leaving the locker room what should you do?</vt:lpstr>
      <vt:lpstr>Should you be talking while ANY of the coaches are talking or being disruptive during a presentation?</vt:lpstr>
      <vt:lpstr>Should you be inside or outside the black lines during the 20-minute walk? </vt:lpstr>
      <vt:lpstr>Should you be outside the gym without permission?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Expectation Quiz</dc:title>
  <dc:creator>Katie Hunt</dc:creator>
  <cp:lastModifiedBy>Katie Hunt</cp:lastModifiedBy>
  <cp:revision>2</cp:revision>
  <dcterms:created xsi:type="dcterms:W3CDTF">2023-08-29T12:13:00Z</dcterms:created>
  <dcterms:modified xsi:type="dcterms:W3CDTF">2023-09-13T11:58:13Z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